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aa7dd7004a84eba" /><Relationship Type="http://schemas.openxmlformats.org/officeDocument/2006/relationships/extended-properties" Target="/docProps/app.xml" Id="Ra70c7ebe36cf4819" /><Relationship Type="http://schemas.openxmlformats.org/officeDocument/2006/relationships/officeDocument" Target="/ppt/presentation.xml" Id="R472c5053da124be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98c407328a1494e"/>
  </p:sldMasterIdLst>
  <p:notesMasterIdLst>
    <p:notesMasterId xmlns:r="http://schemas.openxmlformats.org/officeDocument/2006/relationships" r:id="R8636999ef3af4e56"/>
  </p:notesMasterIdLst>
  <p:sldIdLst>
    <p:sldId xmlns:r="http://schemas.openxmlformats.org/officeDocument/2006/relationships" id="256" r:id="Rd02001681e26411b"/>
    <p:sldId xmlns:r="http://schemas.openxmlformats.org/officeDocument/2006/relationships" id="257" r:id="R1d7d5ae4918343ea"/>
    <p:sldId xmlns:r="http://schemas.openxmlformats.org/officeDocument/2006/relationships" id="258" r:id="Rcfb75d8848d34b24"/>
    <p:sldId xmlns:r="http://schemas.openxmlformats.org/officeDocument/2006/relationships" id="259" r:id="Ra0d4daec6a3d4cae"/>
    <p:sldId xmlns:r="http://schemas.openxmlformats.org/officeDocument/2006/relationships" id="260" r:id="R53e4954b26394c09"/>
    <p:sldId xmlns:r="http://schemas.openxmlformats.org/officeDocument/2006/relationships" id="261" r:id="Re8f0528943ad4e3d"/>
    <p:sldId xmlns:r="http://schemas.openxmlformats.org/officeDocument/2006/relationships" id="262" r:id="R29b6f6f2590d4aab"/>
    <p:sldId xmlns:r="http://schemas.openxmlformats.org/officeDocument/2006/relationships" id="263" r:id="R16e616a6b2964dd0"/>
    <p:sldId xmlns:r="http://schemas.openxmlformats.org/officeDocument/2006/relationships" id="264" r:id="Rd0e8e187a5f445f9"/>
    <p:sldId xmlns:r="http://schemas.openxmlformats.org/officeDocument/2006/relationships" id="265" r:id="R79f4b93087304e3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aabf96b1a834fd1" /><Relationship Type="http://schemas.openxmlformats.org/officeDocument/2006/relationships/slideMaster" Target="/ppt/slideMasters/slideMaster1.xml" Id="Rd98c407328a1494e" /><Relationship Type="http://schemas.openxmlformats.org/officeDocument/2006/relationships/notesMaster" Target="/ppt/notesMasters/notesMaster1.xml" Id="R8636999ef3af4e56" /><Relationship Type="http://schemas.openxmlformats.org/officeDocument/2006/relationships/presProps" Target="/ppt/presProps.xml" Id="R2593c5999d244050" /><Relationship Type="http://schemas.openxmlformats.org/officeDocument/2006/relationships/tableStyles" Target="/ppt/tableStyles.xml" Id="R046014b9cf664f7e" /><Relationship Type="http://schemas.openxmlformats.org/officeDocument/2006/relationships/slide" Target="/ppt/slides/slide1.xml" Id="Rd02001681e26411b" /><Relationship Type="http://schemas.openxmlformats.org/officeDocument/2006/relationships/slide" Target="/ppt/slides/slide2.xml" Id="R1d7d5ae4918343ea" /><Relationship Type="http://schemas.openxmlformats.org/officeDocument/2006/relationships/slide" Target="/ppt/slides/slide3.xml" Id="Rcfb75d8848d34b24" /><Relationship Type="http://schemas.openxmlformats.org/officeDocument/2006/relationships/slide" Target="/ppt/slides/slide4.xml" Id="Ra0d4daec6a3d4cae" /><Relationship Type="http://schemas.openxmlformats.org/officeDocument/2006/relationships/slide" Target="/ppt/slides/slide5.xml" Id="R53e4954b26394c09" /><Relationship Type="http://schemas.openxmlformats.org/officeDocument/2006/relationships/slide" Target="/ppt/slides/slide6.xml" Id="Re8f0528943ad4e3d" /><Relationship Type="http://schemas.openxmlformats.org/officeDocument/2006/relationships/slide" Target="/ppt/slides/slide7.xml" Id="R29b6f6f2590d4aab" /><Relationship Type="http://schemas.openxmlformats.org/officeDocument/2006/relationships/slide" Target="/ppt/slides/slide8.xml" Id="R16e616a6b2964dd0" /><Relationship Type="http://schemas.openxmlformats.org/officeDocument/2006/relationships/slide" Target="/ppt/slides/slide9.xml" Id="Rd0e8e187a5f445f9" /><Relationship Type="http://schemas.openxmlformats.org/officeDocument/2006/relationships/slide" Target="/ppt/slides/slide10.xml" Id="R79f4b93087304e3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f6ad7f70b1942e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cc072bf9bfe4595" /><Relationship Type="http://schemas.openxmlformats.org/officeDocument/2006/relationships/notesMaster" Target="/ppt/notesMasters/notesMaster1.xml" Id="R987794de0f1d47e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c00f299a25f4b2d" /><Relationship Type="http://schemas.openxmlformats.org/officeDocument/2006/relationships/notesMaster" Target="/ppt/notesMasters/notesMaster1.xml" Id="Re1a19debc20c454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0289c2c3ae2440d" /><Relationship Type="http://schemas.openxmlformats.org/officeDocument/2006/relationships/notesMaster" Target="/ppt/notesMasters/notesMaster1.xml" Id="R5ba6327c54ef44c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e20605bff2d4af9" /><Relationship Type="http://schemas.openxmlformats.org/officeDocument/2006/relationships/notesMaster" Target="/ppt/notesMasters/notesMaster1.xml" Id="R42218a129448415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264f782ec1b4d0e" /><Relationship Type="http://schemas.openxmlformats.org/officeDocument/2006/relationships/notesMaster" Target="/ppt/notesMasters/notesMaster1.xml" Id="R6a915fc6fba943d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5a3985e9c2442c3" /><Relationship Type="http://schemas.openxmlformats.org/officeDocument/2006/relationships/notesMaster" Target="/ppt/notesMasters/notesMaster1.xml" Id="R18356221d3ff474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e22ead897be4a94" /><Relationship Type="http://schemas.openxmlformats.org/officeDocument/2006/relationships/notesMaster" Target="/ppt/notesMasters/notesMaster1.xml" Id="R72d5a14d8b74462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beece9bb6a34438" /><Relationship Type="http://schemas.openxmlformats.org/officeDocument/2006/relationships/notesMaster" Target="/ppt/notesMasters/notesMaster1.xml" Id="R42f18d1718d6464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36ae8e4cba94006" /><Relationship Type="http://schemas.openxmlformats.org/officeDocument/2006/relationships/notesMaster" Target="/ppt/notesMasters/notesMaster1.xml" Id="R7bb9d02de6214ec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da0bec5786a46b2" /><Relationship Type="http://schemas.openxmlformats.org/officeDocument/2006/relationships/notesMaster" Target="/ppt/notesMasters/notesMaster1.xml" Id="R0a76d36fce8e4cf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Selamat datang. Presentasi ini memaparkan rancangan Sistem Tes Pelatihan BDI Medan untuk mendigitalkan seluruh siklus evaluasi dan sertifikasi.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Bagan ini merangkum pergeseran dari proses konvensional yang manual menuju pipeline digital utuh dari pendaftaran hingga penerbitan sertifikat.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Data peserta dikunci ke angkatan masing-masing dengan validasi NIK sehingga data riwayat ujian dan sertifikasi selalu valid.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Pengacakan soal menjamin integritas pengujian antar peserta tanpa menambah beban administrasi bagi instruktur.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Alur dibuat seringkas mungkin agar peserta dari berbagai latar belakang dapat langsung mengerjakan ujian tanpa kendala teknis.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Penambahan durasi 7 menit tiap remedial memberi kesempatan adil bagi peserta tanpa membuka celah pengulangan tanpa batas.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Audit log mencegah kecurangan nilai dan memastikan evaluasi mutu diklat memiliki rekam jejak formal yang siap diaudit.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Standarisasi otomatis menghapus kesalahan ketik nama, ketidaksesuaian nomor surat, dan penundaan pencetakan sertifikat.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Penutup menegaskan nilai strategis digitalisasi sistem pengujian BDI Medan menuju standar mutu pelatihan industri yang modern.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6f18e04a02480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e520e015b984b80" /><Relationship Type="http://schemas.openxmlformats.org/officeDocument/2006/relationships/slideLayout" Target="/ppt/slideLayouts/slideLayout1.xml" Id="R4595a2b732cb4be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595a2b732cb4be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a88713ab6b4be8" /><Relationship Type="http://schemas.openxmlformats.org/officeDocument/2006/relationships/image" Target="/ppt/media/image.jpeg" Id="R5181452952074300" /><Relationship Type="http://schemas.openxmlformats.org/officeDocument/2006/relationships/notesSlide" Target="/ppt/notesSlides/notesSlide1.xml" Id="Rd60eb5554c1042c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f439e8297a458c" /><Relationship Type="http://schemas.openxmlformats.org/officeDocument/2006/relationships/notesSlide" Target="/ppt/notesSlides/notesSlide2.xml" Id="R570ed853964146a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446c249c584bab" /><Relationship Type="http://schemas.openxmlformats.org/officeDocument/2006/relationships/notesSlide" Target="/ppt/notesSlides/notesSlide3.xml" Id="R7b99acab878c418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45e9cbb2e84f74" /><Relationship Type="http://schemas.openxmlformats.org/officeDocument/2006/relationships/notesSlide" Target="/ppt/notesSlides/notesSlide4.xml" Id="Refece4f8308d4f6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a4642405344999" /><Relationship Type="http://schemas.openxmlformats.org/officeDocument/2006/relationships/notesSlide" Target="/ppt/notesSlides/notesSlide5.xml" Id="Rccc2f54927a54a5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7bc9be0ba340c4" /><Relationship Type="http://schemas.openxmlformats.org/officeDocument/2006/relationships/notesSlide" Target="/ppt/notesSlides/notesSlide6.xml" Id="R9f845b848fd84f9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35cc9b0a97451f" /><Relationship Type="http://schemas.openxmlformats.org/officeDocument/2006/relationships/notesSlide" Target="/ppt/notesSlides/notesSlide7.xml" Id="R37bbc0b90b4e4cc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59d88604d840e0" /><Relationship Type="http://schemas.openxmlformats.org/officeDocument/2006/relationships/notesSlide" Target="/ppt/notesSlides/notesSlide8.xml" Id="R9b0f0b25de304e4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ff8141befc4e33" /><Relationship Type="http://schemas.openxmlformats.org/officeDocument/2006/relationships/notesSlide" Target="/ppt/notesSlides/notesSlide9.xml" Id="R81d55c4e11b14a2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ab5fdbf56349c6" /><Relationship Type="http://schemas.openxmlformats.org/officeDocument/2006/relationships/notesSlide" Target="/ppt/notesSlides/notesSlide10.xml" Id="R13ea2b890c52443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348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cover-navy-field">
            <a:extLst xmlns:a="http://schemas.openxmlformats.org/drawingml/2006/main">
              <a:ext uri="{FF2B5EF4-FFF2-40B4-BE49-F238E27FC236}">
                <a16:creationId xmlns:a16="http://schemas.microsoft.com/office/drawing/2014/main" id="{A6CE665D-A654-4FEB-9BC5-D5E591668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239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ver-yellow-rule">
            <a:extLst xmlns:a="http://schemas.openxmlformats.org/drawingml/2006/main">
              <a:ext uri="{FF2B5EF4-FFF2-40B4-BE49-F238E27FC236}">
                <a16:creationId xmlns:a16="http://schemas.microsoft.com/office/drawing/2014/main" id="{487161F5-E5FF-4989-8256-E480EB324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91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8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over-org">
            <a:extLst xmlns:a="http://schemas.openxmlformats.org/drawingml/2006/main">
              <a:ext uri="{FF2B5EF4-FFF2-40B4-BE49-F238E27FC236}">
                <a16:creationId xmlns:a16="http://schemas.microsoft.com/office/drawing/2014/main" id="{2E9AB60B-EE00-4F7B-90D3-623A0328F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590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0">
                <a:solidFill>
                  <a:srgbClr val="FFE83D"/>
                </a:solidFill>
                <a:latin typeface="Red Hat Mono SemiBold"/>
                <a:ea typeface="Red Hat Mono SemiBold"/>
                <a:cs typeface="Red Hat Mono SemiBold"/>
              </a:defRPr>
            </a:pPr>
            <a:r>
              <a:rPr sz="1350" b="0">
                <a:solidFill>
                  <a:srgbClr val="FFE83D"/>
                </a:solidFill>
                <a:latin typeface="Red Hat Mono SemiBold"/>
                <a:ea typeface="Red Hat Mono SemiBold"/>
                <a:cs typeface="Red Hat Mono SemiBold"/>
              </a:rPr>
              <a:t>BALAI DIKLAT INDUSTRI MEDAN</a:t>
            </a:r>
          </a:p>
        </p:txBody>
      </p:sp>
      <p:sp>
        <p:nvSpPr>
          <p:cNvPr id="4" name="cover-title">
            <a:extLst xmlns:a="http://schemas.openxmlformats.org/drawingml/2006/main">
              <a:ext uri="{FF2B5EF4-FFF2-40B4-BE49-F238E27FC236}">
                <a16:creationId xmlns:a16="http://schemas.microsoft.com/office/drawing/2014/main" id="{57D20D01-5174-4146-A4A6-FF8D8363B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6096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88000"/>
              </a:lnSpc>
              <a:buNone/>
              <a:defRPr sz="6150" b="0">
                <a:solidFill>
                  <a:srgbClr val="FFFFFF"/>
                </a:solidFill>
                <a:latin typeface="Sofia Sans Extra Condensed Black"/>
                <a:ea typeface="Sofia Sans Extra Condensed Black"/>
                <a:cs typeface="Sofia Sans Extra Condensed Black"/>
              </a:defRPr>
            </a:pPr>
            <a:r>
              <a:rPr sz="6150" b="0">
                <a:solidFill>
                  <a:srgbClr val="FFFFFF"/>
                </a:solidFill>
                <a:latin typeface="Sofia Sans Extra Condensed Black"/>
                <a:ea typeface="Sofia Sans Extra Condensed Black"/>
                <a:cs typeface="Sofia Sans Extra Condensed Black"/>
              </a:rPr>
              <a:t>SISTEM TES</a:t>
            </a:r>
          </a:p>
          <a:p xmlns:a="http://schemas.openxmlformats.org/drawingml/2006/main">
            <a:pPr algn="l">
              <a:lnSpc>
                <a:spcPct val="88000"/>
              </a:lnSpc>
              <a:buNone/>
              <a:defRPr sz="6150" b="0">
                <a:solidFill>
                  <a:srgbClr val="FFFFFF"/>
                </a:solidFill>
                <a:latin typeface="Sofia Sans Extra Condensed Black"/>
                <a:ea typeface="Sofia Sans Extra Condensed Black"/>
                <a:cs typeface="Sofia Sans Extra Condensed Black"/>
              </a:defRPr>
            </a:pPr>
            <a:r>
              <a:rPr sz="6150" b="0">
                <a:solidFill>
                  <a:srgbClr val="FFFFFF"/>
                </a:solidFill>
                <a:latin typeface="Sofia Sans Extra Condensed Black"/>
                <a:ea typeface="Sofia Sans Extra Condensed Black"/>
                <a:cs typeface="Sofia Sans Extra Condensed Black"/>
              </a:rPr>
              <a:t>PELATIHAN BDI</a:t>
            </a:r>
          </a:p>
        </p:txBody>
      </p:sp>
      <p:sp>
        <p:nvSpPr>
          <p:cNvPr id="5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C826896C-9CBE-4403-9D43-60B937804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14800"/>
            <a:ext cx="590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75" b="0">
                <a:solidFill>
                  <a:srgbClr val="FFFFFF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1875" b="0">
                <a:solidFill>
                  <a:srgbClr val="FFFFFF"/>
                </a:solidFill>
                <a:latin typeface="Host Grotesk Bold"/>
                <a:ea typeface="Host Grotesk Bold"/>
                <a:cs typeface="Host Grotesk Bold"/>
              </a:rPr>
              <a:t>Digitalisasi Pengelolaan Pelatihan, Tes, Evaluasi, dan Sertifikasi</a:t>
            </a:r>
          </a:p>
        </p:txBody>
      </p:sp>
      <p:sp>
        <p:nvSpPr>
          <p:cNvPr id="6" name="cover-note">
            <a:extLst xmlns:a="http://schemas.openxmlformats.org/drawingml/2006/main">
              <a:ext uri="{FF2B5EF4-FFF2-40B4-BE49-F238E27FC236}">
                <a16:creationId xmlns:a16="http://schemas.microsoft.com/office/drawing/2014/main" id="{53AF0193-59E4-4B30-B792-720C14A0B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590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0">
                <a:solidFill>
                  <a:srgbClr val="CAD4F6"/>
                </a:solidFill>
                <a:latin typeface="Host Grotesk"/>
                <a:ea typeface="Host Grotesk"/>
                <a:cs typeface="Host Grotesk"/>
              </a:defRPr>
            </a:pPr>
            <a:r>
              <a:rPr sz="1125" b="0">
                <a:solidFill>
                  <a:srgbClr val="CAD4F6"/>
                </a:solidFill>
                <a:latin typeface="Host Grotesk"/>
                <a:ea typeface="Host Grotesk"/>
                <a:cs typeface="Host Grotesk"/>
              </a:rPr>
              <a:t>[Catatan: Tambahkan logo BDI dan foto kegiatan pelatihan; hapus catatan ini setelah selesai.]</a:t>
            </a:r>
          </a:p>
        </p:txBody>
      </p:sp>
      <p:sp>
        <p:nvSpPr>
          <p:cNvPr id="7" name="cover-logo-box">
            <a:extLst xmlns:a="http://schemas.openxmlformats.org/drawingml/2006/main">
              <a:ext uri="{FF2B5EF4-FFF2-40B4-BE49-F238E27FC236}">
                <a16:creationId xmlns:a16="http://schemas.microsoft.com/office/drawing/2014/main" id="{EE003127-8A9D-42FE-8086-1F562EB8C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609600"/>
            <a:ext cx="3810000" cy="1143000"/>
          </a:xfrm>
          <a:prstGeom xmlns:a="http://schemas.openxmlformats.org/drawingml/2006/main" prst="roundRect">
            <a:avLst>
              <a:gd name="adj" fmla="val 11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81452952074300"/>
          <a:stretch xmlns:a="http://schemas.openxmlformats.org/drawingml/2006/main"/>
        </p:blipFill>
        <p:spPr>
          <a:xfrm xmlns:a="http://schemas.openxmlformats.org/drawingml/2006/main">
            <a:off x="8275226" y="762000"/>
            <a:ext cx="2804348" cy="838200"/>
          </a:xfrm>
          <a:prstGeom xmlns:a="http://schemas.openxmlformats.org/drawingml/2006/main" prst="rect">
            <a:avLst/>
          </a:prstGeom>
        </p:spPr>
      </p:pic>
      <p:sp>
        <p:nvSpPr>
          <p:cNvPr id="9" name="cover-photo-shadow">
            <a:extLst xmlns:a="http://schemas.openxmlformats.org/drawingml/2006/main">
              <a:ext uri="{FF2B5EF4-FFF2-40B4-BE49-F238E27FC236}">
                <a16:creationId xmlns:a16="http://schemas.microsoft.com/office/drawing/2014/main" id="{3468DE97-E39D-4C6F-ADDD-40FE7D942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228850"/>
            <a:ext cx="3810000" cy="3562350"/>
          </a:xfrm>
          <a:prstGeom xmlns:a="http://schemas.openxmlformats.org/drawingml/2006/main" prst="roundRect">
            <a:avLst>
              <a:gd name="adj" fmla="val 3743"/>
            </a:avLst>
          </a:prstGeom>
          <a:solidFill xmlns:a="http://schemas.openxmlformats.org/drawingml/2006/main">
            <a:srgbClr val="102A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over-photo-frame">
            <a:extLst xmlns:a="http://schemas.openxmlformats.org/drawingml/2006/main">
              <a:ext uri="{FF2B5EF4-FFF2-40B4-BE49-F238E27FC236}">
                <a16:creationId xmlns:a16="http://schemas.microsoft.com/office/drawing/2014/main" id="{5E7BC436-5849-4549-AC8D-5966EC117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133600"/>
            <a:ext cx="3810000" cy="3562350"/>
          </a:xfrm>
          <a:prstGeom xmlns:a="http://schemas.openxmlformats.org/drawingml/2006/main" prst="roundRect">
            <a:avLst>
              <a:gd name="adj" fmla="val 3743"/>
            </a:avLst>
          </a:prstGeom>
          <a:solidFill xmlns:a="http://schemas.openxmlformats.org/drawingml/2006/main">
            <a:srgbClr val="071B4A"/>
          </a:solidFill>
          <a:ln xmlns:a="http://schemas.openxmlformats.org/drawingml/2006/main" w="11430">
            <a:solidFill>
              <a:srgbClr val="7890F6"/>
            </a:solidFill>
            <a:prstDash val="solid"/>
          </a:ln>
        </p:spPr>
      </p:sp>
      <p:sp>
        <p:nvSpPr>
          <p:cNvPr id="11" name="cover-photo-toolbar">
            <a:extLst xmlns:a="http://schemas.openxmlformats.org/drawingml/2006/main">
              <a:ext uri="{FF2B5EF4-FFF2-40B4-BE49-F238E27FC236}">
                <a16:creationId xmlns:a16="http://schemas.microsoft.com/office/drawing/2014/main" id="{2DB07EBC-A56C-40E7-8B70-E19AFD09F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133600"/>
            <a:ext cx="3810000" cy="361950"/>
          </a:xfrm>
          <a:prstGeom xmlns:a="http://schemas.openxmlformats.org/drawingml/2006/main" prst="roundRect">
            <a:avLst>
              <a:gd name="adj" fmla="val 36842"/>
            </a:avLst>
          </a:prstGeom>
          <a:solidFill xmlns:a="http://schemas.openxmlformats.org/drawingml/2006/main">
            <a:srgbClr val="102A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cover-photo-dot-0">
            <a:extLst xmlns:a="http://schemas.openxmlformats.org/drawingml/2006/main">
              <a:ext uri="{FF2B5EF4-FFF2-40B4-BE49-F238E27FC236}">
                <a16:creationId xmlns:a16="http://schemas.microsoft.com/office/drawing/2014/main" id="{161525B8-62B8-4928-9A51-67758BDDE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2574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47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cover-photo-dot-1">
            <a:extLst xmlns:a="http://schemas.openxmlformats.org/drawingml/2006/main">
              <a:ext uri="{FF2B5EF4-FFF2-40B4-BE49-F238E27FC236}">
                <a16:creationId xmlns:a16="http://schemas.microsoft.com/office/drawing/2014/main" id="{56B966EC-8E36-446A-93E7-B1E51F9DB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2574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E8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cover-photo-dot-2">
            <a:extLst xmlns:a="http://schemas.openxmlformats.org/drawingml/2006/main">
              <a:ext uri="{FF2B5EF4-FFF2-40B4-BE49-F238E27FC236}">
                <a16:creationId xmlns:a16="http://schemas.microsoft.com/office/drawing/2014/main" id="{1B31861C-B95B-4260-A425-FCE5B913C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574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8B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cover-photo-drop-zone">
            <a:extLst xmlns:a="http://schemas.openxmlformats.org/drawingml/2006/main">
              <a:ext uri="{FF2B5EF4-FFF2-40B4-BE49-F238E27FC236}">
                <a16:creationId xmlns:a16="http://schemas.microsoft.com/office/drawing/2014/main" id="{49C91A79-F8EE-4F06-BCBF-F3CD58289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667000"/>
            <a:ext cx="3467100" cy="2305050"/>
          </a:xfrm>
          <a:prstGeom xmlns:a="http://schemas.openxmlformats.org/drawingml/2006/main" prst="roundRect">
            <a:avLst>
              <a:gd name="adj" fmla="val 4132"/>
            </a:avLst>
          </a:prstGeom>
          <a:solidFill xmlns:a="http://schemas.openxmlformats.org/drawingml/2006/main">
            <a:srgbClr val="102A86"/>
          </a:solidFill>
          <a:ln xmlns:a="http://schemas.openxmlformats.org/drawingml/2006/main" w="11430">
            <a:solidFill>
              <a:srgbClr val="7890F6"/>
            </a:solidFill>
            <a:prstDash val="solid"/>
          </a:ln>
        </p:spPr>
      </p:sp>
      <p:sp>
        <p:nvSpPr>
          <p:cNvPr id="16" name="cover-photo-label">
            <a:extLst xmlns:a="http://schemas.openxmlformats.org/drawingml/2006/main">
              <a:ext uri="{FF2B5EF4-FFF2-40B4-BE49-F238E27FC236}">
                <a16:creationId xmlns:a16="http://schemas.microsoft.com/office/drawing/2014/main" id="{0A120D8B-307E-4903-B2AA-FF02328F7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487293"/>
            <a:ext cx="2933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800" b="0">
                <a:solidFill>
                  <a:srgbClr val="FFFFFF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1800" b="0">
                <a:solidFill>
                  <a:srgbClr val="FFFFFF"/>
                </a:solidFill>
                <a:latin typeface="Host Grotesk Bold"/>
                <a:ea typeface="Host Grotesk Bold"/>
                <a:cs typeface="Host Grotesk Bold"/>
              </a:rPr>
              <a:t>[Masukkan Foto Kegiatan]</a:t>
            </a:r>
          </a:p>
        </p:txBody>
      </p:sp>
      <p:sp>
        <p:nvSpPr>
          <p:cNvPr id="17" name="cover-photo-caption">
            <a:extLst xmlns:a="http://schemas.openxmlformats.org/drawingml/2006/main">
              <a:ext uri="{FF2B5EF4-FFF2-40B4-BE49-F238E27FC236}">
                <a16:creationId xmlns:a16="http://schemas.microsoft.com/office/drawing/2014/main" id="{ED367ED3-1060-43A5-9E10-7FCB4AAB4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105400"/>
            <a:ext cx="3276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00" b="0">
                <a:solidFill>
                  <a:srgbClr val="FFFFFF"/>
                </a:solidFill>
                <a:latin typeface="Host Grotesk"/>
                <a:ea typeface="Host Grotesk"/>
                <a:cs typeface="Host Grotesk"/>
              </a:defRPr>
            </a:pPr>
            <a:r>
              <a:rPr sz="1200" b="0">
                <a:solidFill>
                  <a:srgbClr val="FFFFFF"/>
                </a:solidFill>
                <a:latin typeface="Host Grotesk"/>
                <a:ea typeface="Host Grotesk"/>
                <a:cs typeface="Host Grotesk"/>
              </a:rPr>
              <a:t>Foto kegiatan pelatihan</a:t>
            </a:r>
          </a:p>
        </p:txBody>
      </p:sp>
      <p:sp>
        <p:nvSpPr>
          <p:cNvPr id="18" name="page-1">
            <a:extLst xmlns:a="http://schemas.openxmlformats.org/drawingml/2006/main">
              <a:ext uri="{FF2B5EF4-FFF2-40B4-BE49-F238E27FC236}">
                <a16:creationId xmlns:a16="http://schemas.microsoft.com/office/drawing/2014/main" id="{258CBD74-F723-412F-8571-12D4EE988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1125" b="0">
                <a:solidFill>
                  <a:srgbClr val="FFFFFF"/>
                </a:solidFill>
                <a:latin typeface="Red Hat Mono SemiBold"/>
                <a:ea typeface="Red Hat Mono SemiBold"/>
                <a:cs typeface="Red Hat Mono SemiBold"/>
              </a:defRPr>
            </a:pPr>
            <a:r>
              <a:rPr sz="1125" b="0">
                <a:solidFill>
                  <a:srgbClr val="FFFFFF"/>
                </a:solidFill>
                <a:latin typeface="Red Hat Mono SemiBold"/>
                <a:ea typeface="Red Hat Mono SemiBold"/>
                <a:cs typeface="Red Hat Mono SemiBold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91175468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op-rule-2">
            <a:extLst xmlns:a="http://schemas.openxmlformats.org/drawingml/2006/main">
              <a:ext uri="{FF2B5EF4-FFF2-40B4-BE49-F238E27FC236}">
                <a16:creationId xmlns:a16="http://schemas.microsoft.com/office/drawing/2014/main" id="{B780CED4-F288-4383-B37A-AB777525E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2">
            <a:extLst xmlns:a="http://schemas.openxmlformats.org/drawingml/2006/main">
              <a:ext uri="{FF2B5EF4-FFF2-40B4-BE49-F238E27FC236}">
                <a16:creationId xmlns:a16="http://schemas.microsoft.com/office/drawing/2014/main" id="{688EC537-49E4-4719-9D7F-0403D8D99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90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2348E8"/>
                </a:solidFill>
                <a:latin typeface="Red Hat Mono SemiBold"/>
                <a:ea typeface="Red Hat Mono SemiBold"/>
                <a:cs typeface="Red Hat Mono SemiBold"/>
              </a:defRPr>
            </a:pPr>
            <a:r>
              <a:rPr sz="1275" b="0">
                <a:solidFill>
                  <a:srgbClr val="2348E8"/>
                </a:solidFill>
                <a:latin typeface="Red Hat Mono SemiBold"/>
                <a:ea typeface="Red Hat Mono SemiBold"/>
                <a:cs typeface="Red Hat Mono SemiBold"/>
              </a:rPr>
              <a:t>TRANSFORMASI DIGITAL</a:t>
            </a:r>
          </a:p>
        </p:txBody>
      </p:sp>
      <p:sp>
        <p:nvSpPr>
          <p:cNvPr id="3" name="title-2">
            <a:extLst xmlns:a="http://schemas.openxmlformats.org/drawingml/2006/main">
              <a:ext uri="{FF2B5EF4-FFF2-40B4-BE49-F238E27FC236}">
                <a16:creationId xmlns:a16="http://schemas.microsoft.com/office/drawing/2014/main" id="{2B435FD6-7D0D-47FE-95F5-26EA438CC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47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925" b="0">
                <a:solidFill>
                  <a:srgbClr val="071B4A"/>
                </a:solidFill>
                <a:latin typeface="Sofia Sans Extra Condensed Black"/>
                <a:ea typeface="Sofia Sans Extra Condensed Black"/>
                <a:cs typeface="Sofia Sans Extra Condensed Black"/>
              </a:defRPr>
            </a:pPr>
            <a:r>
              <a:rPr sz="2925" b="0">
                <a:solidFill>
                  <a:srgbClr val="071B4A"/>
                </a:solidFill>
                <a:latin typeface="Sofia Sans Extra Condensed Black"/>
                <a:ea typeface="Sofia Sans Extra Condensed Black"/>
                <a:cs typeface="Sofia Sans Extra Condensed Black"/>
              </a:rPr>
              <a:t>SATU SISTEM MENGHUBUNGKAN PROSES PELATIHAN DARI AWAL HINGGA SERTIFIKAT</a:t>
            </a:r>
          </a:p>
        </p:txBody>
      </p:sp>
      <p:sp>
        <p:nvSpPr>
          <p:cNvPr id="4" name="title-accent-2">
            <a:extLst xmlns:a="http://schemas.openxmlformats.org/drawingml/2006/main">
              <a:ext uri="{FF2B5EF4-FFF2-40B4-BE49-F238E27FC236}">
                <a16:creationId xmlns:a16="http://schemas.microsoft.com/office/drawing/2014/main" id="{C7402056-9526-4D9B-B4EF-E68C1292A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838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8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age-2">
            <a:extLst xmlns:a="http://schemas.openxmlformats.org/drawingml/2006/main">
              <a:ext uri="{FF2B5EF4-FFF2-40B4-BE49-F238E27FC236}">
                <a16:creationId xmlns:a16="http://schemas.microsoft.com/office/drawing/2014/main" id="{0C48D5CE-9681-47A6-8429-300694546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1125" b="0">
                <a:solidFill>
                  <a:srgbClr val="526087"/>
                </a:solidFill>
                <a:latin typeface="Red Hat Mono SemiBold"/>
                <a:ea typeface="Red Hat Mono SemiBold"/>
                <a:cs typeface="Red Hat Mono SemiBold"/>
              </a:defRPr>
            </a:pPr>
            <a:r>
              <a:rPr sz="1125" b="0">
                <a:solidFill>
                  <a:srgbClr val="526087"/>
                </a:solidFill>
                <a:latin typeface="Red Hat Mono SemiBold"/>
                <a:ea typeface="Red Hat Mono SemiBold"/>
                <a:cs typeface="Red Hat Mono SemiBold"/>
              </a:rPr>
              <a:t>02</a:t>
            </a:r>
          </a:p>
        </p:txBody>
      </p:sp>
      <p:sp>
        <p:nvSpPr>
          <p:cNvPr id="6" name="problem-band">
            <a:extLst xmlns:a="http://schemas.openxmlformats.org/drawingml/2006/main">
              <a:ext uri="{FF2B5EF4-FFF2-40B4-BE49-F238E27FC236}">
                <a16:creationId xmlns:a16="http://schemas.microsoft.com/office/drawing/2014/main" id="{0E5DCF96-6D52-427B-9FC1-41F216021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5162550" cy="2038350"/>
          </a:xfrm>
          <a:prstGeom xmlns:a="http://schemas.openxmlformats.org/drawingml/2006/main" prst="roundRect">
            <a:avLst>
              <a:gd name="adj" fmla="val 5607"/>
            </a:avLst>
          </a:prstGeom>
          <a:solidFill xmlns:a="http://schemas.openxmlformats.org/drawingml/2006/main">
            <a:srgbClr val="071B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roblem-title">
            <a:extLst xmlns:a="http://schemas.openxmlformats.org/drawingml/2006/main">
              <a:ext uri="{FF2B5EF4-FFF2-40B4-BE49-F238E27FC236}">
                <a16:creationId xmlns:a16="http://schemas.microsoft.com/office/drawing/2014/main" id="{7336D776-6BB8-475C-BB05-67E1E96D3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907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0">
                <a:solidFill>
                  <a:srgbClr val="FFE83D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1800" b="0">
                <a:solidFill>
                  <a:srgbClr val="FFE83D"/>
                </a:solidFill>
                <a:latin typeface="Host Grotesk Bold"/>
                <a:ea typeface="Host Grotesk Bold"/>
                <a:cs typeface="Host Grotesk Bold"/>
              </a:rPr>
              <a:t>Masalah Operasional</a:t>
            </a:r>
          </a:p>
        </p:txBody>
      </p:sp>
      <p:sp>
        <p:nvSpPr>
          <p:cNvPr id="8" name="problem-copy">
            <a:extLst xmlns:a="http://schemas.openxmlformats.org/drawingml/2006/main">
              <a:ext uri="{FF2B5EF4-FFF2-40B4-BE49-F238E27FC236}">
                <a16:creationId xmlns:a16="http://schemas.microsoft.com/office/drawing/2014/main" id="{D12AC77C-8BBA-4C26-9FA1-AE11E5C2E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81300"/>
            <a:ext cx="4476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FFFFFF"/>
                </a:solidFill>
                <a:latin typeface="Host Grotesk"/>
                <a:ea typeface="Host Grotesk"/>
                <a:cs typeface="Host Grotesk"/>
              </a:defRPr>
            </a:pPr>
            <a:r>
              <a:rPr sz="1500" b="0">
                <a:solidFill>
                  <a:srgbClr val="FFFFFF"/>
                </a:solidFill>
                <a:latin typeface="Host Grotesk"/>
                <a:ea typeface="Host Grotesk"/>
                <a:cs typeface="Host Grotesk"/>
              </a:rPr>
              <a:t>Administrasi peserta masih manual; hasil tes sulit dipantau; remedial belum terstruktur; sertifikat membutuhkan waktu.</a:t>
            </a:r>
          </a:p>
        </p:txBody>
      </p:sp>
      <p:sp>
        <p:nvSpPr>
          <p:cNvPr id="9" name="solution-band">
            <a:extLst xmlns:a="http://schemas.openxmlformats.org/drawingml/2006/main">
              <a:ext uri="{FF2B5EF4-FFF2-40B4-BE49-F238E27FC236}">
                <a16:creationId xmlns:a16="http://schemas.microsoft.com/office/drawing/2014/main" id="{CBF86FA1-4244-4E81-A312-37DD4BA0F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905000"/>
            <a:ext cx="5543550" cy="2038350"/>
          </a:xfrm>
          <a:prstGeom xmlns:a="http://schemas.openxmlformats.org/drawingml/2006/main" prst="roundRect">
            <a:avLst>
              <a:gd name="adj" fmla="val 5607"/>
            </a:avLst>
          </a:prstGeom>
          <a:solidFill xmlns:a="http://schemas.openxmlformats.org/drawingml/2006/main">
            <a:srgbClr val="234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olution-title">
            <a:extLst xmlns:a="http://schemas.openxmlformats.org/drawingml/2006/main">
              <a:ext uri="{FF2B5EF4-FFF2-40B4-BE49-F238E27FC236}">
                <a16:creationId xmlns:a16="http://schemas.microsoft.com/office/drawing/2014/main" id="{F19B4E05-587C-40BA-A7CF-0E7ED74E7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90750"/>
            <a:ext cx="497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0">
                <a:solidFill>
                  <a:srgbClr val="FFE83D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1800" b="0">
                <a:solidFill>
                  <a:srgbClr val="FFE83D"/>
                </a:solidFill>
                <a:latin typeface="Host Grotesk Bold"/>
                <a:ea typeface="Host Grotesk Bold"/>
                <a:cs typeface="Host Grotesk Bold"/>
              </a:rPr>
              <a:t>Solusi Terpadu</a:t>
            </a:r>
          </a:p>
        </p:txBody>
      </p:sp>
      <p:sp>
        <p:nvSpPr>
          <p:cNvPr id="11" name="solution-copy">
            <a:extLst xmlns:a="http://schemas.openxmlformats.org/drawingml/2006/main">
              <a:ext uri="{FF2B5EF4-FFF2-40B4-BE49-F238E27FC236}">
                <a16:creationId xmlns:a16="http://schemas.microsoft.com/office/drawing/2014/main" id="{A32E226B-B8F6-4EEC-9E95-9AD885BF3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81300"/>
            <a:ext cx="4876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FFFFFF"/>
                </a:solidFill>
                <a:latin typeface="Host Grotesk"/>
                <a:ea typeface="Host Grotesk"/>
                <a:cs typeface="Host Grotesk"/>
              </a:defRPr>
            </a:pPr>
            <a:r>
              <a:rPr sz="1500" b="0">
                <a:solidFill>
                  <a:srgbClr val="FFFFFF"/>
                </a:solidFill>
                <a:latin typeface="Host Grotesk"/>
                <a:ea typeface="Host Grotesk"/>
                <a:cs typeface="Host Grotesk"/>
              </a:rPr>
              <a:t>Satu sistem terintegrasi mengelola seluruh proses dengan lebih tertib dan terdokumentasi.</a:t>
            </a:r>
          </a:p>
        </p:txBody>
      </p:sp>
      <p:sp>
        <p:nvSpPr>
          <p:cNvPr id="12" name="flow-label">
            <a:extLst xmlns:a="http://schemas.openxmlformats.org/drawingml/2006/main">
              <a:ext uri="{FF2B5EF4-FFF2-40B4-BE49-F238E27FC236}">
                <a16:creationId xmlns:a16="http://schemas.microsoft.com/office/drawing/2014/main" id="{63B13396-2C9E-4890-A1EC-A5B720F16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14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0">
                <a:solidFill>
                  <a:srgbClr val="2348E8"/>
                </a:solidFill>
                <a:latin typeface="Red Hat Mono SemiBold"/>
                <a:ea typeface="Red Hat Mono SemiBold"/>
                <a:cs typeface="Red Hat Mono SemiBold"/>
              </a:defRPr>
            </a:pPr>
            <a:r>
              <a:rPr sz="1125" b="0">
                <a:solidFill>
                  <a:srgbClr val="2348E8"/>
                </a:solidFill>
                <a:latin typeface="Red Hat Mono SemiBold"/>
                <a:ea typeface="Red Hat Mono SemiBold"/>
                <a:cs typeface="Red Hat Mono SemiBold"/>
              </a:rPr>
              <a:t>ALUR KERJA TERPADU END-TO-END</a:t>
            </a:r>
          </a:p>
        </p:txBody>
      </p:sp>
      <p:sp>
        <p:nvSpPr>
          <p:cNvPr id="13" name="flow-surface">
            <a:extLst xmlns:a="http://schemas.openxmlformats.org/drawingml/2006/main">
              <a:ext uri="{FF2B5EF4-FFF2-40B4-BE49-F238E27FC236}">
                <a16:creationId xmlns:a16="http://schemas.microsoft.com/office/drawing/2014/main" id="{EABCD207-EBDE-4799-B29D-6D6D08A4E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109728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4F6"/>
            </a:solidFill>
            <a:prstDash val="solid"/>
          </a:ln>
        </p:spPr>
      </p:sp>
      <p:sp>
        <p:nvSpPr>
          <p:cNvPr id="14" name="flow-copy">
            <a:extLst xmlns:a="http://schemas.openxmlformats.org/drawingml/2006/main">
              <a:ext uri="{FF2B5EF4-FFF2-40B4-BE49-F238E27FC236}">
                <a16:creationId xmlns:a16="http://schemas.microsoft.com/office/drawing/2014/main" id="{EB527D24-C7F5-44B5-9C39-5E9E67431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81600"/>
            <a:ext cx="10401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800" b="0">
                <a:solidFill>
                  <a:srgbClr val="071B4A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1800" b="0">
                <a:solidFill>
                  <a:srgbClr val="071B4A"/>
                </a:solidFill>
                <a:latin typeface="Host Grotesk Bold"/>
                <a:ea typeface="Host Grotesk Bold"/>
                <a:cs typeface="Host Grotesk Bold"/>
              </a:rPr>
              <a:t>Pelatihan → Peserta → Bank Soal → Tes → Hasil → Evaluasi → Sertifikat</a:t>
            </a:r>
          </a:p>
        </p:txBody>
      </p:sp>
    </p:spTree>
    <p:extLst>
      <p:ext uri="{BB962C8B-B14F-4D97-AF65-F5344CB8AC3E}">
        <p14:creationId xmlns:p14="http://schemas.microsoft.com/office/powerpoint/2010/main" val="2475236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top-rule-3">
            <a:extLst xmlns:a="http://schemas.openxmlformats.org/drawingml/2006/main">
              <a:ext uri="{FF2B5EF4-FFF2-40B4-BE49-F238E27FC236}">
                <a16:creationId xmlns:a16="http://schemas.microsoft.com/office/drawing/2014/main" id="{0D0A70C0-E44B-4F22-AF7B-60745D149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3">
            <a:extLst xmlns:a="http://schemas.openxmlformats.org/drawingml/2006/main">
              <a:ext uri="{FF2B5EF4-FFF2-40B4-BE49-F238E27FC236}">
                <a16:creationId xmlns:a16="http://schemas.microsoft.com/office/drawing/2014/main" id="{E0025C24-C826-4315-BDAC-2EBA65991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90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2348E8"/>
                </a:solidFill>
                <a:latin typeface="Red Hat Mono SemiBold"/>
                <a:ea typeface="Red Hat Mono SemiBold"/>
                <a:cs typeface="Red Hat Mono SemiBold"/>
              </a:defRPr>
            </a:pPr>
            <a:r>
              <a:rPr sz="1275" b="0">
                <a:solidFill>
                  <a:srgbClr val="2348E8"/>
                </a:solidFill>
                <a:latin typeface="Red Hat Mono SemiBold"/>
                <a:ea typeface="Red Hat Mono SemiBold"/>
                <a:cs typeface="Red Hat Mono SemiBold"/>
              </a:rPr>
              <a:t>MODUL ADMINISTRATOR</a:t>
            </a:r>
          </a:p>
        </p:txBody>
      </p:sp>
      <p:sp>
        <p:nvSpPr>
          <p:cNvPr id="3" name="title-3">
            <a:extLst xmlns:a="http://schemas.openxmlformats.org/drawingml/2006/main">
              <a:ext uri="{FF2B5EF4-FFF2-40B4-BE49-F238E27FC236}">
                <a16:creationId xmlns:a16="http://schemas.microsoft.com/office/drawing/2014/main" id="{4332F6BA-3126-46A4-AAAF-8918E625E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47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3225" b="0">
                <a:solidFill>
                  <a:srgbClr val="071B4A"/>
                </a:solidFill>
                <a:latin typeface="Sofia Sans Extra Condensed Black"/>
                <a:ea typeface="Sofia Sans Extra Condensed Black"/>
                <a:cs typeface="Sofia Sans Extra Condensed Black"/>
              </a:defRPr>
            </a:pPr>
            <a:r>
              <a:rPr sz="3225" b="0">
                <a:solidFill>
                  <a:srgbClr val="071B4A"/>
                </a:solidFill>
                <a:latin typeface="Sofia Sans Extra Condensed Black"/>
                <a:ea typeface="Sofia Sans Extra Condensed Black"/>
                <a:cs typeface="Sofia Sans Extra Condensed Black"/>
              </a:rPr>
              <a:t>DASHBOARD ADMIN MENJADI PUSAT KENDALI PELATIHAN</a:t>
            </a:r>
          </a:p>
        </p:txBody>
      </p:sp>
      <p:sp>
        <p:nvSpPr>
          <p:cNvPr id="4" name="title-accent-3">
            <a:extLst xmlns:a="http://schemas.openxmlformats.org/drawingml/2006/main">
              <a:ext uri="{FF2B5EF4-FFF2-40B4-BE49-F238E27FC236}">
                <a16:creationId xmlns:a16="http://schemas.microsoft.com/office/drawing/2014/main" id="{2BEC2A1A-E2BC-4420-A147-B6E4263B8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838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8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age-3">
            <a:extLst xmlns:a="http://schemas.openxmlformats.org/drawingml/2006/main">
              <a:ext uri="{FF2B5EF4-FFF2-40B4-BE49-F238E27FC236}">
                <a16:creationId xmlns:a16="http://schemas.microsoft.com/office/drawing/2014/main" id="{815C6816-CB91-4C1C-BDE5-3D77207FF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1125" b="0">
                <a:solidFill>
                  <a:srgbClr val="526087"/>
                </a:solidFill>
                <a:latin typeface="Red Hat Mono SemiBold"/>
                <a:ea typeface="Red Hat Mono SemiBold"/>
                <a:cs typeface="Red Hat Mono SemiBold"/>
              </a:defRPr>
            </a:pPr>
            <a:r>
              <a:rPr sz="1125" b="0">
                <a:solidFill>
                  <a:srgbClr val="526087"/>
                </a:solidFill>
                <a:latin typeface="Red Hat Mono SemiBold"/>
                <a:ea typeface="Red Hat Mono SemiBold"/>
                <a:cs typeface="Red Hat Mono SemiBold"/>
              </a:rPr>
              <a:t>03</a:t>
            </a:r>
          </a:p>
        </p:txBody>
      </p:sp>
      <p:sp>
        <p:nvSpPr>
          <p:cNvPr id="6" name="row-num-1-220">
            <a:extLst xmlns:a="http://schemas.openxmlformats.org/drawingml/2006/main">
              <a:ext uri="{FF2B5EF4-FFF2-40B4-BE49-F238E27FC236}">
                <a16:creationId xmlns:a16="http://schemas.microsoft.com/office/drawing/2014/main" id="{BB1C27AC-4F8A-4953-B70B-AC096D9DD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0">
                <a:solidFill>
                  <a:srgbClr val="2348E8"/>
                </a:solidFill>
                <a:latin typeface="Red Hat Mono SemiBold"/>
                <a:ea typeface="Red Hat Mono SemiBold"/>
                <a:cs typeface="Red Hat Mono SemiBold"/>
              </a:defRPr>
            </a:pPr>
            <a:r>
              <a:rPr sz="1350" b="0">
                <a:solidFill>
                  <a:srgbClr val="2348E8"/>
                </a:solidFill>
                <a:latin typeface="Red Hat Mono SemiBold"/>
                <a:ea typeface="Red Hat Mono SemiBold"/>
                <a:cs typeface="Red Hat Mono SemiBold"/>
              </a:rPr>
              <a:t>01</a:t>
            </a:r>
          </a:p>
        </p:txBody>
      </p:sp>
      <p:sp>
        <p:nvSpPr>
          <p:cNvPr id="7" name="row-title-1-220">
            <a:extLst xmlns:a="http://schemas.openxmlformats.org/drawingml/2006/main">
              <a:ext uri="{FF2B5EF4-FFF2-40B4-BE49-F238E27FC236}">
                <a16:creationId xmlns:a16="http://schemas.microsoft.com/office/drawing/2014/main" id="{FB76AB65-B913-40BE-8CEA-3C8F544D0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076450"/>
            <a:ext cx="5010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0">
                <a:solidFill>
                  <a:srgbClr val="071B4A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1575" b="0">
                <a:solidFill>
                  <a:srgbClr val="071B4A"/>
                </a:solidFill>
                <a:latin typeface="Host Grotesk Bold"/>
                <a:ea typeface="Host Grotesk Bold"/>
                <a:cs typeface="Host Grotesk Bold"/>
              </a:rPr>
              <a:t>Program &amp; materi</a:t>
            </a:r>
          </a:p>
        </p:txBody>
      </p:sp>
      <p:sp>
        <p:nvSpPr>
          <p:cNvPr id="8" name="row-body-1-220">
            <a:extLst xmlns:a="http://schemas.openxmlformats.org/drawingml/2006/main">
              <a:ext uri="{FF2B5EF4-FFF2-40B4-BE49-F238E27FC236}">
                <a16:creationId xmlns:a16="http://schemas.microsoft.com/office/drawing/2014/main" id="{44BD1F51-9C06-49C2-88DA-801A99A58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57450"/>
            <a:ext cx="5010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526087"/>
                </a:solidFill>
                <a:latin typeface="Host Grotesk"/>
                <a:ea typeface="Host Grotesk"/>
                <a:cs typeface="Host Grotesk"/>
              </a:defRPr>
            </a:pPr>
            <a:r>
              <a:rPr sz="1275" b="0">
                <a:solidFill>
                  <a:srgbClr val="526087"/>
                </a:solidFill>
                <a:latin typeface="Host Grotesk"/>
                <a:ea typeface="Host Grotesk"/>
                <a:cs typeface="Host Grotesk"/>
              </a:rPr>
              <a:t>Membuat pelatihan, materi, angkatan, jumlah JPL, dan kode unit kompetensi.</a:t>
            </a:r>
          </a:p>
        </p:txBody>
      </p:sp>
      <p:sp>
        <p:nvSpPr>
          <p:cNvPr id="9" name="row-rule-1-220">
            <a:extLst xmlns:a="http://schemas.openxmlformats.org/drawingml/2006/main">
              <a:ext uri="{FF2B5EF4-FFF2-40B4-BE49-F238E27FC236}">
                <a16:creationId xmlns:a16="http://schemas.microsoft.com/office/drawing/2014/main" id="{0B611770-D5E6-4C75-84B2-199DABCD3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95625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row-num-2-344">
            <a:extLst xmlns:a="http://schemas.openxmlformats.org/drawingml/2006/main">
              <a:ext uri="{FF2B5EF4-FFF2-40B4-BE49-F238E27FC236}">
                <a16:creationId xmlns:a16="http://schemas.microsoft.com/office/drawing/2014/main" id="{C77B9774-43B1-4374-896F-2DFF67574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7660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0">
                <a:solidFill>
                  <a:srgbClr val="2348E8"/>
                </a:solidFill>
                <a:latin typeface="Red Hat Mono SemiBold"/>
                <a:ea typeface="Red Hat Mono SemiBold"/>
                <a:cs typeface="Red Hat Mono SemiBold"/>
              </a:defRPr>
            </a:pPr>
            <a:r>
              <a:rPr sz="1350" b="0">
                <a:solidFill>
                  <a:srgbClr val="2348E8"/>
                </a:solidFill>
                <a:latin typeface="Red Hat Mono SemiBold"/>
                <a:ea typeface="Red Hat Mono SemiBold"/>
                <a:cs typeface="Red Hat Mono SemiBold"/>
              </a:rPr>
              <a:t>02</a:t>
            </a:r>
          </a:p>
        </p:txBody>
      </p:sp>
      <p:sp>
        <p:nvSpPr>
          <p:cNvPr id="11" name="row-title-2-344">
            <a:extLst xmlns:a="http://schemas.openxmlformats.org/drawingml/2006/main">
              <a:ext uri="{FF2B5EF4-FFF2-40B4-BE49-F238E27FC236}">
                <a16:creationId xmlns:a16="http://schemas.microsoft.com/office/drawing/2014/main" id="{6FF8F9B9-9EF9-4916-8D65-5AA4D73CC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57550"/>
            <a:ext cx="5010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0">
                <a:solidFill>
                  <a:srgbClr val="071B4A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1575" b="0">
                <a:solidFill>
                  <a:srgbClr val="071B4A"/>
                </a:solidFill>
                <a:latin typeface="Host Grotesk Bold"/>
                <a:ea typeface="Host Grotesk Bold"/>
                <a:cs typeface="Host Grotesk Bold"/>
              </a:rPr>
              <a:t>Jadwal</a:t>
            </a:r>
          </a:p>
        </p:txBody>
      </p:sp>
      <p:sp>
        <p:nvSpPr>
          <p:cNvPr id="12" name="row-body-2-344">
            <a:extLst xmlns:a="http://schemas.openxmlformats.org/drawingml/2006/main">
              <a:ext uri="{FF2B5EF4-FFF2-40B4-BE49-F238E27FC236}">
                <a16:creationId xmlns:a16="http://schemas.microsoft.com/office/drawing/2014/main" id="{2F45CB67-E14C-484A-B0EF-E13905ABB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638550"/>
            <a:ext cx="5010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526087"/>
                </a:solidFill>
                <a:latin typeface="Host Grotesk"/>
                <a:ea typeface="Host Grotesk"/>
                <a:cs typeface="Host Grotesk"/>
              </a:defRPr>
            </a:pPr>
            <a:r>
              <a:rPr sz="1275" b="0">
                <a:solidFill>
                  <a:srgbClr val="526087"/>
                </a:solidFill>
                <a:latin typeface="Host Grotesk"/>
                <a:ea typeface="Host Grotesk"/>
                <a:cs typeface="Host Grotesk"/>
              </a:rPr>
              <a:t>Mengatur jadwal Pre-Test dan Post-Test.</a:t>
            </a:r>
          </a:p>
        </p:txBody>
      </p:sp>
      <p:sp>
        <p:nvSpPr>
          <p:cNvPr id="13" name="row-rule-2-344">
            <a:extLst xmlns:a="http://schemas.openxmlformats.org/drawingml/2006/main">
              <a:ext uri="{FF2B5EF4-FFF2-40B4-BE49-F238E27FC236}">
                <a16:creationId xmlns:a16="http://schemas.microsoft.com/office/drawing/2014/main" id="{75BE709B-0862-4482-8073-A0DBADA5C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276725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row-num-3-468">
            <a:extLst xmlns:a="http://schemas.openxmlformats.org/drawingml/2006/main">
              <a:ext uri="{FF2B5EF4-FFF2-40B4-BE49-F238E27FC236}">
                <a16:creationId xmlns:a16="http://schemas.microsoft.com/office/drawing/2014/main" id="{A50E49E5-83BA-4319-A8F5-E4D78847F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5770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0">
                <a:solidFill>
                  <a:srgbClr val="2348E8"/>
                </a:solidFill>
                <a:latin typeface="Red Hat Mono SemiBold"/>
                <a:ea typeface="Red Hat Mono SemiBold"/>
                <a:cs typeface="Red Hat Mono SemiBold"/>
              </a:defRPr>
            </a:pPr>
            <a:r>
              <a:rPr sz="1350" b="0">
                <a:solidFill>
                  <a:srgbClr val="2348E8"/>
                </a:solidFill>
                <a:latin typeface="Red Hat Mono SemiBold"/>
                <a:ea typeface="Red Hat Mono SemiBold"/>
                <a:cs typeface="Red Hat Mono SemiBold"/>
              </a:rPr>
              <a:t>03</a:t>
            </a:r>
          </a:p>
        </p:txBody>
      </p:sp>
      <p:sp>
        <p:nvSpPr>
          <p:cNvPr id="15" name="row-title-3-468">
            <a:extLst xmlns:a="http://schemas.openxmlformats.org/drawingml/2006/main">
              <a:ext uri="{FF2B5EF4-FFF2-40B4-BE49-F238E27FC236}">
                <a16:creationId xmlns:a16="http://schemas.microsoft.com/office/drawing/2014/main" id="{1ACD747A-15EF-4DFC-98EB-B47B04817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38650"/>
            <a:ext cx="5010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0">
                <a:solidFill>
                  <a:srgbClr val="071B4A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1575" b="0">
                <a:solidFill>
                  <a:srgbClr val="071B4A"/>
                </a:solidFill>
                <a:latin typeface="Host Grotesk Bold"/>
                <a:ea typeface="Host Grotesk Bold"/>
                <a:cs typeface="Host Grotesk Bold"/>
              </a:rPr>
              <a:t>Monitoring</a:t>
            </a:r>
          </a:p>
        </p:txBody>
      </p:sp>
      <p:sp>
        <p:nvSpPr>
          <p:cNvPr id="16" name="row-body-3-468">
            <a:extLst xmlns:a="http://schemas.openxmlformats.org/drawingml/2006/main">
              <a:ext uri="{FF2B5EF4-FFF2-40B4-BE49-F238E27FC236}">
                <a16:creationId xmlns:a16="http://schemas.microsoft.com/office/drawing/2014/main" id="{E716C8D6-C9D3-4347-A7D3-4CF5A99F1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819650"/>
            <a:ext cx="5010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526087"/>
                </a:solidFill>
                <a:latin typeface="Host Grotesk"/>
                <a:ea typeface="Host Grotesk"/>
                <a:cs typeface="Host Grotesk"/>
              </a:defRPr>
            </a:pPr>
            <a:r>
              <a:rPr sz="1275" b="0">
                <a:solidFill>
                  <a:srgbClr val="526087"/>
                </a:solidFill>
                <a:latin typeface="Host Grotesk"/>
                <a:ea typeface="Host Grotesk"/>
                <a:cs typeface="Host Grotesk"/>
              </a:rPr>
              <a:t>Memantau pelatihan aktif dan aktivitas sistem.</a:t>
            </a:r>
          </a:p>
        </p:txBody>
      </p:sp>
      <p:sp>
        <p:nvSpPr>
          <p:cNvPr id="17" name="row-rule-3-468">
            <a:extLst xmlns:a="http://schemas.openxmlformats.org/drawingml/2006/main">
              <a:ext uri="{FF2B5EF4-FFF2-40B4-BE49-F238E27FC236}">
                <a16:creationId xmlns:a16="http://schemas.microsoft.com/office/drawing/2014/main" id="{E58979AA-1FC5-4BE5-B800-582FC3535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457825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admin-shot-shadow">
            <a:extLst xmlns:a="http://schemas.openxmlformats.org/drawingml/2006/main">
              <a:ext uri="{FF2B5EF4-FFF2-40B4-BE49-F238E27FC236}">
                <a16:creationId xmlns:a16="http://schemas.microsoft.com/office/drawing/2014/main" id="{0CC29372-EFAC-4B29-B487-BFD656BB9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057400"/>
            <a:ext cx="4724400" cy="37338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DDE4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admin-shot-frame">
            <a:extLst xmlns:a="http://schemas.openxmlformats.org/drawingml/2006/main">
              <a:ext uri="{FF2B5EF4-FFF2-40B4-BE49-F238E27FC236}">
                <a16:creationId xmlns:a16="http://schemas.microsoft.com/office/drawing/2014/main" id="{8762BF26-D9AE-4FF1-8DAB-2696636EB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962150"/>
            <a:ext cx="4724400" cy="37338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AD4F6"/>
            </a:solidFill>
            <a:prstDash val="solid"/>
          </a:ln>
        </p:spPr>
      </p:sp>
      <p:sp>
        <p:nvSpPr>
          <p:cNvPr id="20" name="admin-shot-toolbar">
            <a:extLst xmlns:a="http://schemas.openxmlformats.org/drawingml/2006/main">
              <a:ext uri="{FF2B5EF4-FFF2-40B4-BE49-F238E27FC236}">
                <a16:creationId xmlns:a16="http://schemas.microsoft.com/office/drawing/2014/main" id="{59884BE9-DFED-44F0-86BF-28140089B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962150"/>
            <a:ext cx="4724400" cy="361950"/>
          </a:xfrm>
          <a:prstGeom xmlns:a="http://schemas.openxmlformats.org/drawingml/2006/main" prst="roundRect">
            <a:avLst>
              <a:gd name="adj" fmla="val 36842"/>
            </a:avLst>
          </a:prstGeom>
          <a:solidFill xmlns:a="http://schemas.openxmlformats.org/drawingml/2006/main">
            <a:srgbClr val="071B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admin-shot-dot-0">
            <a:extLst xmlns:a="http://schemas.openxmlformats.org/drawingml/2006/main">
              <a:ext uri="{FF2B5EF4-FFF2-40B4-BE49-F238E27FC236}">
                <a16:creationId xmlns:a16="http://schemas.microsoft.com/office/drawing/2014/main" id="{FD719875-1FBC-498D-A48E-53B910B7D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085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47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admin-shot-dot-1">
            <a:extLst xmlns:a="http://schemas.openxmlformats.org/drawingml/2006/main">
              <a:ext uri="{FF2B5EF4-FFF2-40B4-BE49-F238E27FC236}">
                <a16:creationId xmlns:a16="http://schemas.microsoft.com/office/drawing/2014/main" id="{3457D832-1101-410E-B227-6D28FBF6D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085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E8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admin-shot-dot-2">
            <a:extLst xmlns:a="http://schemas.openxmlformats.org/drawingml/2006/main">
              <a:ext uri="{FF2B5EF4-FFF2-40B4-BE49-F238E27FC236}">
                <a16:creationId xmlns:a16="http://schemas.microsoft.com/office/drawing/2014/main" id="{E995E5CC-2574-473F-B10C-4299EE9C8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085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8B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admin-shot-drop-zone">
            <a:extLst xmlns:a="http://schemas.openxmlformats.org/drawingml/2006/main">
              <a:ext uri="{FF2B5EF4-FFF2-40B4-BE49-F238E27FC236}">
                <a16:creationId xmlns:a16="http://schemas.microsoft.com/office/drawing/2014/main" id="{FB11BEA7-E0C0-46E0-B729-FD7748D8D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495550"/>
            <a:ext cx="4381500" cy="24765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EDF1FF"/>
          </a:solidFill>
          <a:ln xmlns:a="http://schemas.openxmlformats.org/drawingml/2006/main" w="11430">
            <a:solidFill>
              <a:srgbClr val="CAD4F6"/>
            </a:solidFill>
            <a:prstDash val="solid"/>
          </a:ln>
        </p:spPr>
      </p:sp>
      <p:sp>
        <p:nvSpPr>
          <p:cNvPr id="25" name="admin-shot-label">
            <a:extLst xmlns:a="http://schemas.openxmlformats.org/drawingml/2006/main">
              <a:ext uri="{FF2B5EF4-FFF2-40B4-BE49-F238E27FC236}">
                <a16:creationId xmlns:a16="http://schemas.microsoft.com/office/drawing/2014/main" id="{7C114EC0-CF54-4282-B68B-D93F899FA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380994"/>
            <a:ext cx="38481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800" b="0">
                <a:solidFill>
                  <a:srgbClr val="071B4A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1800" b="0">
                <a:solidFill>
                  <a:srgbClr val="071B4A"/>
                </a:solidFill>
                <a:latin typeface="Host Grotesk Bold"/>
                <a:ea typeface="Host Grotesk Bold"/>
                <a:cs typeface="Host Grotesk Bold"/>
              </a:rPr>
              <a:t>[Masukkan Screenshot Sistem]</a:t>
            </a:r>
          </a:p>
        </p:txBody>
      </p:sp>
      <p:sp>
        <p:nvSpPr>
          <p:cNvPr id="26" name="admin-shot-caption">
            <a:extLst xmlns:a="http://schemas.openxmlformats.org/drawingml/2006/main">
              <a:ext uri="{FF2B5EF4-FFF2-40B4-BE49-F238E27FC236}">
                <a16:creationId xmlns:a16="http://schemas.microsoft.com/office/drawing/2014/main" id="{3B80EBF3-920F-4201-A584-3777CD93B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10540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00" b="0">
                <a:solidFill>
                  <a:srgbClr val="526087"/>
                </a:solidFill>
                <a:latin typeface="Host Grotesk"/>
                <a:ea typeface="Host Grotesk"/>
                <a:cs typeface="Host Grotesk"/>
              </a:defRPr>
            </a:pPr>
            <a:r>
              <a:rPr sz="1200" b="0">
                <a:solidFill>
                  <a:srgbClr val="526087"/>
                </a:solidFill>
                <a:latin typeface="Host Grotesk"/>
                <a:ea typeface="Host Grotesk"/>
                <a:cs typeface="Host Grotesk"/>
              </a:rPr>
              <a:t>Tampilan Dashboard Admin &amp; Setup Diklat</a:t>
            </a:r>
          </a:p>
        </p:txBody>
      </p:sp>
      <p:sp>
        <p:nvSpPr>
          <p:cNvPr id="27" name="admin-shot-note">
            <a:extLst xmlns:a="http://schemas.openxmlformats.org/drawingml/2006/main">
              <a:ext uri="{FF2B5EF4-FFF2-40B4-BE49-F238E27FC236}">
                <a16:creationId xmlns:a16="http://schemas.microsoft.com/office/drawing/2014/main" id="{8A564ED1-71BD-441E-B288-B998EEFDA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829300"/>
            <a:ext cx="4724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975" b="0">
                <a:solidFill>
                  <a:srgbClr val="526087"/>
                </a:solidFill>
                <a:latin typeface="Host Grotesk"/>
                <a:ea typeface="Host Grotesk"/>
                <a:cs typeface="Host Grotesk"/>
              </a:defRPr>
            </a:pPr>
            <a:r>
              <a:rPr sz="975" b="0">
                <a:solidFill>
                  <a:srgbClr val="526087"/>
                </a:solidFill>
                <a:latin typeface="Host Grotesk"/>
                <a:ea typeface="Host Grotesk"/>
                <a:cs typeface="Host Grotesk"/>
              </a:rPr>
              <a:t>[Catatan: Pilih screenshot Dashboard atau Pelatihan &amp; Materi; hapus catatan setelah selesai.]</a:t>
            </a:r>
          </a:p>
        </p:txBody>
      </p:sp>
    </p:spTree>
    <p:extLst>
      <p:ext uri="{BB962C8B-B14F-4D97-AF65-F5344CB8AC3E}">
        <p14:creationId xmlns:p14="http://schemas.microsoft.com/office/powerpoint/2010/main" val="131137688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top-rule-4">
            <a:extLst xmlns:a="http://schemas.openxmlformats.org/drawingml/2006/main">
              <a:ext uri="{FF2B5EF4-FFF2-40B4-BE49-F238E27FC236}">
                <a16:creationId xmlns:a16="http://schemas.microsoft.com/office/drawing/2014/main" id="{351CA394-7882-43AC-80E6-2F9D9E7C1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4">
            <a:extLst xmlns:a="http://schemas.openxmlformats.org/drawingml/2006/main">
              <a:ext uri="{FF2B5EF4-FFF2-40B4-BE49-F238E27FC236}">
                <a16:creationId xmlns:a16="http://schemas.microsoft.com/office/drawing/2014/main" id="{649A3A26-29C7-45B5-B42E-68B8E94FB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90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2348E8"/>
                </a:solidFill>
                <a:latin typeface="Red Hat Mono SemiBold"/>
                <a:ea typeface="Red Hat Mono SemiBold"/>
                <a:cs typeface="Red Hat Mono SemiBold"/>
              </a:defRPr>
            </a:pPr>
            <a:r>
              <a:rPr sz="1275" b="0">
                <a:solidFill>
                  <a:srgbClr val="2348E8"/>
                </a:solidFill>
                <a:latin typeface="Red Hat Mono SemiBold"/>
                <a:ea typeface="Red Hat Mono SemiBold"/>
                <a:cs typeface="Red Hat Mono SemiBold"/>
              </a:rPr>
              <a:t>MANAJEMEN PESERTA</a:t>
            </a:r>
          </a:p>
        </p:txBody>
      </p:sp>
      <p:sp>
        <p:nvSpPr>
          <p:cNvPr id="3" name="title-4">
            <a:extLst xmlns:a="http://schemas.openxmlformats.org/drawingml/2006/main">
              <a:ext uri="{FF2B5EF4-FFF2-40B4-BE49-F238E27FC236}">
                <a16:creationId xmlns:a16="http://schemas.microsoft.com/office/drawing/2014/main" id="{42F4B2D3-2191-49FA-9F15-185894E83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47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3225" b="0">
                <a:solidFill>
                  <a:srgbClr val="071B4A"/>
                </a:solidFill>
                <a:latin typeface="Sofia Sans Extra Condensed Black"/>
                <a:ea typeface="Sofia Sans Extra Condensed Black"/>
                <a:cs typeface="Sofia Sans Extra Condensed Black"/>
              </a:defRPr>
            </a:pPr>
            <a:r>
              <a:rPr sz="3225" b="0">
                <a:solidFill>
                  <a:srgbClr val="071B4A"/>
                </a:solidFill>
                <a:latin typeface="Sofia Sans Extra Condensed Black"/>
                <a:ea typeface="Sofia Sans Extra Condensed Black"/>
                <a:cs typeface="Sofia Sans Extra Condensed Black"/>
              </a:rPr>
              <a:t>DATA PESERTA DAN ANGKATAN TERSIMPAN TERPUSAT</a:t>
            </a:r>
          </a:p>
        </p:txBody>
      </p:sp>
      <p:sp>
        <p:nvSpPr>
          <p:cNvPr id="4" name="title-accent-4">
            <a:extLst xmlns:a="http://schemas.openxmlformats.org/drawingml/2006/main">
              <a:ext uri="{FF2B5EF4-FFF2-40B4-BE49-F238E27FC236}">
                <a16:creationId xmlns:a16="http://schemas.microsoft.com/office/drawing/2014/main" id="{9BB5F586-28CC-4372-B963-94FC93919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838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8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age-4">
            <a:extLst xmlns:a="http://schemas.openxmlformats.org/drawingml/2006/main">
              <a:ext uri="{FF2B5EF4-FFF2-40B4-BE49-F238E27FC236}">
                <a16:creationId xmlns:a16="http://schemas.microsoft.com/office/drawing/2014/main" id="{6205A3E5-0623-4359-BAE1-D56245813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1125" b="0">
                <a:solidFill>
                  <a:srgbClr val="526087"/>
                </a:solidFill>
                <a:latin typeface="Red Hat Mono SemiBold"/>
                <a:ea typeface="Red Hat Mono SemiBold"/>
                <a:cs typeface="Red Hat Mono SemiBold"/>
              </a:defRPr>
            </a:pPr>
            <a:r>
              <a:rPr sz="1125" b="0">
                <a:solidFill>
                  <a:srgbClr val="526087"/>
                </a:solidFill>
                <a:latin typeface="Red Hat Mono SemiBold"/>
                <a:ea typeface="Red Hat Mono SemiBold"/>
                <a:cs typeface="Red Hat Mono SemiBold"/>
              </a:rPr>
              <a:t>04</a:t>
            </a:r>
          </a:p>
        </p:txBody>
      </p:sp>
      <p:sp>
        <p:nvSpPr>
          <p:cNvPr id="6" name="row-num-1-220">
            <a:extLst xmlns:a="http://schemas.openxmlformats.org/drawingml/2006/main">
              <a:ext uri="{FF2B5EF4-FFF2-40B4-BE49-F238E27FC236}">
                <a16:creationId xmlns:a16="http://schemas.microsoft.com/office/drawing/2014/main" id="{085B73E4-5133-4A90-8F0E-8C4474115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0">
                <a:solidFill>
                  <a:srgbClr val="2348E8"/>
                </a:solidFill>
                <a:latin typeface="Red Hat Mono SemiBold"/>
                <a:ea typeface="Red Hat Mono SemiBold"/>
                <a:cs typeface="Red Hat Mono SemiBold"/>
              </a:defRPr>
            </a:pPr>
            <a:r>
              <a:rPr sz="1350" b="0">
                <a:solidFill>
                  <a:srgbClr val="2348E8"/>
                </a:solidFill>
                <a:latin typeface="Red Hat Mono SemiBold"/>
                <a:ea typeface="Red Hat Mono SemiBold"/>
                <a:cs typeface="Red Hat Mono SemiBold"/>
              </a:rPr>
              <a:t>01</a:t>
            </a:r>
          </a:p>
        </p:txBody>
      </p:sp>
      <p:sp>
        <p:nvSpPr>
          <p:cNvPr id="7" name="row-title-1-220">
            <a:extLst xmlns:a="http://schemas.openxmlformats.org/drawingml/2006/main">
              <a:ext uri="{FF2B5EF4-FFF2-40B4-BE49-F238E27FC236}">
                <a16:creationId xmlns:a16="http://schemas.microsoft.com/office/drawing/2014/main" id="{B4EF34A7-6A67-4081-8F66-5882A037E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076450"/>
            <a:ext cx="5010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0">
                <a:solidFill>
                  <a:srgbClr val="071B4A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1575" b="0">
                <a:solidFill>
                  <a:srgbClr val="071B4A"/>
                </a:solidFill>
                <a:latin typeface="Host Grotesk Bold"/>
                <a:ea typeface="Host Grotesk Bold"/>
                <a:cs typeface="Host Grotesk Bold"/>
              </a:rPr>
              <a:t>Input Fleksibel &amp; Massal</a:t>
            </a:r>
          </a:p>
        </p:txBody>
      </p:sp>
      <p:sp>
        <p:nvSpPr>
          <p:cNvPr id="8" name="row-body-1-220">
            <a:extLst xmlns:a="http://schemas.openxmlformats.org/drawingml/2006/main">
              <a:ext uri="{FF2B5EF4-FFF2-40B4-BE49-F238E27FC236}">
                <a16:creationId xmlns:a16="http://schemas.microsoft.com/office/drawing/2014/main" id="{393B5A6A-F611-4758-906A-CE9286DC6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57450"/>
            <a:ext cx="5010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526087"/>
                </a:solidFill>
                <a:latin typeface="Host Grotesk"/>
                <a:ea typeface="Host Grotesk"/>
                <a:cs typeface="Host Grotesk"/>
              </a:defRPr>
            </a:pPr>
            <a:r>
              <a:rPr sz="1275" b="0">
                <a:solidFill>
                  <a:srgbClr val="526087"/>
                </a:solidFill>
                <a:latin typeface="Host Grotesk"/>
                <a:ea typeface="Host Grotesk"/>
                <a:cs typeface="Host Grotesk"/>
              </a:rPr>
              <a:t>Tambah peserta secara manual atau melalui upload.</a:t>
            </a:r>
          </a:p>
        </p:txBody>
      </p:sp>
      <p:sp>
        <p:nvSpPr>
          <p:cNvPr id="9" name="row-rule-1-220">
            <a:extLst xmlns:a="http://schemas.openxmlformats.org/drawingml/2006/main">
              <a:ext uri="{FF2B5EF4-FFF2-40B4-BE49-F238E27FC236}">
                <a16:creationId xmlns:a16="http://schemas.microsoft.com/office/drawing/2014/main" id="{F9E20579-0CDF-4A45-BC1E-B1A4DDFC1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95625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row-num-2-344">
            <a:extLst xmlns:a="http://schemas.openxmlformats.org/drawingml/2006/main">
              <a:ext uri="{FF2B5EF4-FFF2-40B4-BE49-F238E27FC236}">
                <a16:creationId xmlns:a16="http://schemas.microsoft.com/office/drawing/2014/main" id="{ECBDBD28-2E7F-4A80-99E2-D141FEA31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7660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0">
                <a:solidFill>
                  <a:srgbClr val="2348E8"/>
                </a:solidFill>
                <a:latin typeface="Red Hat Mono SemiBold"/>
                <a:ea typeface="Red Hat Mono SemiBold"/>
                <a:cs typeface="Red Hat Mono SemiBold"/>
              </a:defRPr>
            </a:pPr>
            <a:r>
              <a:rPr sz="1350" b="0">
                <a:solidFill>
                  <a:srgbClr val="2348E8"/>
                </a:solidFill>
                <a:latin typeface="Red Hat Mono SemiBold"/>
                <a:ea typeface="Red Hat Mono SemiBold"/>
                <a:cs typeface="Red Hat Mono SemiBold"/>
              </a:rPr>
              <a:t>02</a:t>
            </a:r>
          </a:p>
        </p:txBody>
      </p:sp>
      <p:sp>
        <p:nvSpPr>
          <p:cNvPr id="11" name="row-title-2-344">
            <a:extLst xmlns:a="http://schemas.openxmlformats.org/drawingml/2006/main">
              <a:ext uri="{FF2B5EF4-FFF2-40B4-BE49-F238E27FC236}">
                <a16:creationId xmlns:a16="http://schemas.microsoft.com/office/drawing/2014/main" id="{95114A34-426C-4873-B97C-DF45FAD4C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57550"/>
            <a:ext cx="5010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0">
                <a:solidFill>
                  <a:srgbClr val="071B4A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1575" b="0">
                <a:solidFill>
                  <a:srgbClr val="071B4A"/>
                </a:solidFill>
                <a:latin typeface="Host Grotesk Bold"/>
                <a:ea typeface="Host Grotesk Bold"/>
                <a:cs typeface="Host Grotesk Bold"/>
              </a:rPr>
              <a:t>Identitas Lengkap &amp; Status Angkatan</a:t>
            </a:r>
          </a:p>
        </p:txBody>
      </p:sp>
      <p:sp>
        <p:nvSpPr>
          <p:cNvPr id="12" name="row-body-2-344">
            <a:extLst xmlns:a="http://schemas.openxmlformats.org/drawingml/2006/main">
              <a:ext uri="{FF2B5EF4-FFF2-40B4-BE49-F238E27FC236}">
                <a16:creationId xmlns:a16="http://schemas.microsoft.com/office/drawing/2014/main" id="{18446CBC-4673-48CE-8B45-4B33E404F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638550"/>
            <a:ext cx="5010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526087"/>
                </a:solidFill>
                <a:latin typeface="Host Grotesk"/>
                <a:ea typeface="Host Grotesk"/>
                <a:cs typeface="Host Grotesk"/>
              </a:defRPr>
            </a:pPr>
            <a:r>
              <a:rPr sz="1275" b="0">
                <a:solidFill>
                  <a:srgbClr val="526087"/>
                </a:solidFill>
                <a:latin typeface="Host Grotesk"/>
                <a:ea typeface="Host Grotesk"/>
                <a:cs typeface="Host Grotesk"/>
              </a:rPr>
              <a:t>Kelola nama, NIK, foto, pelatihan, angkatan, dan status aktif/nonaktif.</a:t>
            </a:r>
          </a:p>
        </p:txBody>
      </p:sp>
      <p:sp>
        <p:nvSpPr>
          <p:cNvPr id="13" name="row-rule-2-344">
            <a:extLst xmlns:a="http://schemas.openxmlformats.org/drawingml/2006/main">
              <a:ext uri="{FF2B5EF4-FFF2-40B4-BE49-F238E27FC236}">
                <a16:creationId xmlns:a16="http://schemas.microsoft.com/office/drawing/2014/main" id="{F986CD6B-6944-4EDB-AE9A-9CB548BC5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276725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row-num-3-468">
            <a:extLst xmlns:a="http://schemas.openxmlformats.org/drawingml/2006/main">
              <a:ext uri="{FF2B5EF4-FFF2-40B4-BE49-F238E27FC236}">
                <a16:creationId xmlns:a16="http://schemas.microsoft.com/office/drawing/2014/main" id="{B9223C92-11B6-4DE8-8B86-88B635AA9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5770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0">
                <a:solidFill>
                  <a:srgbClr val="2348E8"/>
                </a:solidFill>
                <a:latin typeface="Red Hat Mono SemiBold"/>
                <a:ea typeface="Red Hat Mono SemiBold"/>
                <a:cs typeface="Red Hat Mono SemiBold"/>
              </a:defRPr>
            </a:pPr>
            <a:r>
              <a:rPr sz="1350" b="0">
                <a:solidFill>
                  <a:srgbClr val="2348E8"/>
                </a:solidFill>
                <a:latin typeface="Red Hat Mono SemiBold"/>
                <a:ea typeface="Red Hat Mono SemiBold"/>
                <a:cs typeface="Red Hat Mono SemiBold"/>
              </a:rPr>
              <a:t>03</a:t>
            </a:r>
          </a:p>
        </p:txBody>
      </p:sp>
      <p:sp>
        <p:nvSpPr>
          <p:cNvPr id="15" name="row-title-3-468">
            <a:extLst xmlns:a="http://schemas.openxmlformats.org/drawingml/2006/main">
              <a:ext uri="{FF2B5EF4-FFF2-40B4-BE49-F238E27FC236}">
                <a16:creationId xmlns:a16="http://schemas.microsoft.com/office/drawing/2014/main" id="{A61F7173-1F57-4F81-AF49-52A77C8F8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38650"/>
            <a:ext cx="5010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0">
                <a:solidFill>
                  <a:srgbClr val="071B4A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1575" b="0">
                <a:solidFill>
                  <a:srgbClr val="071B4A"/>
                </a:solidFill>
                <a:latin typeface="Host Grotesk Bold"/>
                <a:ea typeface="Host Grotesk Bold"/>
                <a:cs typeface="Host Grotesk Bold"/>
              </a:rPr>
              <a:t>Pencarian &amp; Filter Terarah</a:t>
            </a:r>
          </a:p>
        </p:txBody>
      </p:sp>
      <p:sp>
        <p:nvSpPr>
          <p:cNvPr id="16" name="row-body-3-468">
            <a:extLst xmlns:a="http://schemas.openxmlformats.org/drawingml/2006/main">
              <a:ext uri="{FF2B5EF4-FFF2-40B4-BE49-F238E27FC236}">
                <a16:creationId xmlns:a16="http://schemas.microsoft.com/office/drawing/2014/main" id="{5D7E3F93-B0D0-44BB-BE24-657409AEF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819650"/>
            <a:ext cx="5010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526087"/>
                </a:solidFill>
                <a:latin typeface="Host Grotesk"/>
                <a:ea typeface="Host Grotesk"/>
                <a:cs typeface="Host Grotesk"/>
              </a:defRPr>
            </a:pPr>
            <a:r>
              <a:rPr sz="1275" b="0">
                <a:solidFill>
                  <a:srgbClr val="526087"/>
                </a:solidFill>
                <a:latin typeface="Host Grotesk"/>
                <a:ea typeface="Host Grotesk"/>
                <a:cs typeface="Host Grotesk"/>
              </a:rPr>
              <a:t>Gunakan pencarian, filter, pagination, dan detail peserta.</a:t>
            </a:r>
          </a:p>
        </p:txBody>
      </p:sp>
      <p:sp>
        <p:nvSpPr>
          <p:cNvPr id="17" name="row-rule-3-468">
            <a:extLst xmlns:a="http://schemas.openxmlformats.org/drawingml/2006/main">
              <a:ext uri="{FF2B5EF4-FFF2-40B4-BE49-F238E27FC236}">
                <a16:creationId xmlns:a16="http://schemas.microsoft.com/office/drawing/2014/main" id="{5CC11C94-7360-46EF-A96B-D586ED857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457825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articipant-shot-shadow">
            <a:extLst xmlns:a="http://schemas.openxmlformats.org/drawingml/2006/main">
              <a:ext uri="{FF2B5EF4-FFF2-40B4-BE49-F238E27FC236}">
                <a16:creationId xmlns:a16="http://schemas.microsoft.com/office/drawing/2014/main" id="{F9E828AD-C4FE-49B9-BD16-E8AD475B6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057400"/>
            <a:ext cx="4724400" cy="37338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DDE4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articipant-shot-frame">
            <a:extLst xmlns:a="http://schemas.openxmlformats.org/drawingml/2006/main">
              <a:ext uri="{FF2B5EF4-FFF2-40B4-BE49-F238E27FC236}">
                <a16:creationId xmlns:a16="http://schemas.microsoft.com/office/drawing/2014/main" id="{D14476DD-5E71-4481-9E6E-6B12B9323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962150"/>
            <a:ext cx="4724400" cy="37338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AD4F6"/>
            </a:solidFill>
            <a:prstDash val="solid"/>
          </a:ln>
        </p:spPr>
      </p:sp>
      <p:sp>
        <p:nvSpPr>
          <p:cNvPr id="20" name="participant-shot-toolbar">
            <a:extLst xmlns:a="http://schemas.openxmlformats.org/drawingml/2006/main">
              <a:ext uri="{FF2B5EF4-FFF2-40B4-BE49-F238E27FC236}">
                <a16:creationId xmlns:a16="http://schemas.microsoft.com/office/drawing/2014/main" id="{8A432F64-F36F-4341-8B8F-D8FC501C8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962150"/>
            <a:ext cx="4724400" cy="361950"/>
          </a:xfrm>
          <a:prstGeom xmlns:a="http://schemas.openxmlformats.org/drawingml/2006/main" prst="roundRect">
            <a:avLst>
              <a:gd name="adj" fmla="val 36842"/>
            </a:avLst>
          </a:prstGeom>
          <a:solidFill xmlns:a="http://schemas.openxmlformats.org/drawingml/2006/main">
            <a:srgbClr val="071B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participant-shot-dot-0">
            <a:extLst xmlns:a="http://schemas.openxmlformats.org/drawingml/2006/main">
              <a:ext uri="{FF2B5EF4-FFF2-40B4-BE49-F238E27FC236}">
                <a16:creationId xmlns:a16="http://schemas.microsoft.com/office/drawing/2014/main" id="{16779EB6-AF14-49FB-A859-A4F0B821C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085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47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participant-shot-dot-1">
            <a:extLst xmlns:a="http://schemas.openxmlformats.org/drawingml/2006/main">
              <a:ext uri="{FF2B5EF4-FFF2-40B4-BE49-F238E27FC236}">
                <a16:creationId xmlns:a16="http://schemas.microsoft.com/office/drawing/2014/main" id="{C4F35271-9AEF-4D2F-A605-36B5118A4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085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E8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participant-shot-dot-2">
            <a:extLst xmlns:a="http://schemas.openxmlformats.org/drawingml/2006/main">
              <a:ext uri="{FF2B5EF4-FFF2-40B4-BE49-F238E27FC236}">
                <a16:creationId xmlns:a16="http://schemas.microsoft.com/office/drawing/2014/main" id="{0D92140F-57D3-49BA-B7E0-4DF3E0434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085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8B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participant-shot-drop-zone">
            <a:extLst xmlns:a="http://schemas.openxmlformats.org/drawingml/2006/main">
              <a:ext uri="{FF2B5EF4-FFF2-40B4-BE49-F238E27FC236}">
                <a16:creationId xmlns:a16="http://schemas.microsoft.com/office/drawing/2014/main" id="{AFD3F2A1-DADA-4E79-8AFF-E9A539E8D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495550"/>
            <a:ext cx="4381500" cy="24765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EDF1FF"/>
          </a:solidFill>
          <a:ln xmlns:a="http://schemas.openxmlformats.org/drawingml/2006/main" w="11430">
            <a:solidFill>
              <a:srgbClr val="CAD4F6"/>
            </a:solidFill>
            <a:prstDash val="solid"/>
          </a:ln>
        </p:spPr>
      </p:sp>
      <p:sp>
        <p:nvSpPr>
          <p:cNvPr id="25" name="participant-shot-label">
            <a:extLst xmlns:a="http://schemas.openxmlformats.org/drawingml/2006/main">
              <a:ext uri="{FF2B5EF4-FFF2-40B4-BE49-F238E27FC236}">
                <a16:creationId xmlns:a16="http://schemas.microsoft.com/office/drawing/2014/main" id="{475F7B3D-E659-4DB7-90B4-CB5B4CF9D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380994"/>
            <a:ext cx="38481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800" b="0">
                <a:solidFill>
                  <a:srgbClr val="071B4A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1800" b="0">
                <a:solidFill>
                  <a:srgbClr val="071B4A"/>
                </a:solidFill>
                <a:latin typeface="Host Grotesk Bold"/>
                <a:ea typeface="Host Grotesk Bold"/>
                <a:cs typeface="Host Grotesk Bold"/>
              </a:rPr>
              <a:t>[Masukkan Screenshot Sistem]</a:t>
            </a:r>
          </a:p>
        </p:txBody>
      </p:sp>
      <p:sp>
        <p:nvSpPr>
          <p:cNvPr id="26" name="participant-shot-caption">
            <a:extLst xmlns:a="http://schemas.openxmlformats.org/drawingml/2006/main">
              <a:ext uri="{FF2B5EF4-FFF2-40B4-BE49-F238E27FC236}">
                <a16:creationId xmlns:a16="http://schemas.microsoft.com/office/drawing/2014/main" id="{3E811699-D2A6-4A60-A6FB-6ECFDA17F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10540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00" b="0">
                <a:solidFill>
                  <a:srgbClr val="526087"/>
                </a:solidFill>
                <a:latin typeface="Host Grotesk"/>
                <a:ea typeface="Host Grotesk"/>
                <a:cs typeface="Host Grotesk"/>
              </a:defRPr>
            </a:pPr>
            <a:r>
              <a:rPr sz="1200" b="0">
                <a:solidFill>
                  <a:srgbClr val="526087"/>
                </a:solidFill>
                <a:latin typeface="Host Grotesk"/>
                <a:ea typeface="Host Grotesk"/>
                <a:cs typeface="Host Grotesk"/>
              </a:rPr>
              <a:t>Tabel Manajemen Peserta &amp; Filter Angkatan</a:t>
            </a:r>
          </a:p>
        </p:txBody>
      </p:sp>
      <p:sp>
        <p:nvSpPr>
          <p:cNvPr id="27" name="participant-shot-note">
            <a:extLst xmlns:a="http://schemas.openxmlformats.org/drawingml/2006/main">
              <a:ext uri="{FF2B5EF4-FFF2-40B4-BE49-F238E27FC236}">
                <a16:creationId xmlns:a16="http://schemas.microsoft.com/office/drawing/2014/main" id="{3A1B40DE-C71E-4488-A847-F9A851196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829300"/>
            <a:ext cx="4724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975" b="0">
                <a:solidFill>
                  <a:srgbClr val="526087"/>
                </a:solidFill>
                <a:latin typeface="Host Grotesk"/>
                <a:ea typeface="Host Grotesk"/>
                <a:cs typeface="Host Grotesk"/>
              </a:defRPr>
            </a:pPr>
            <a:r>
              <a:rPr sz="975" b="0">
                <a:solidFill>
                  <a:srgbClr val="526087"/>
                </a:solidFill>
                <a:latin typeface="Host Grotesk"/>
                <a:ea typeface="Host Grotesk"/>
                <a:cs typeface="Host Grotesk"/>
              </a:rPr>
              <a:t>[Catatan: Gunakan contoh data yang sudah dianonimkan; hapus catatan setelah selesai.]</a:t>
            </a:r>
          </a:p>
        </p:txBody>
      </p:sp>
    </p:spTree>
    <p:extLst>
      <p:ext uri="{BB962C8B-B14F-4D97-AF65-F5344CB8AC3E}">
        <p14:creationId xmlns:p14="http://schemas.microsoft.com/office/powerpoint/2010/main" val="66253537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top-rule-5">
            <a:extLst xmlns:a="http://schemas.openxmlformats.org/drawingml/2006/main">
              <a:ext uri="{FF2B5EF4-FFF2-40B4-BE49-F238E27FC236}">
                <a16:creationId xmlns:a16="http://schemas.microsoft.com/office/drawing/2014/main" id="{1215978F-4168-424A-8FA5-FAE10CC67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5">
            <a:extLst xmlns:a="http://schemas.openxmlformats.org/drawingml/2006/main">
              <a:ext uri="{FF2B5EF4-FFF2-40B4-BE49-F238E27FC236}">
                <a16:creationId xmlns:a16="http://schemas.microsoft.com/office/drawing/2014/main" id="{84EA6486-0707-4DB2-8EB2-1935D1EB9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90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2348E8"/>
                </a:solidFill>
                <a:latin typeface="Red Hat Mono SemiBold"/>
                <a:ea typeface="Red Hat Mono SemiBold"/>
                <a:cs typeface="Red Hat Mono SemiBold"/>
              </a:defRPr>
            </a:pPr>
            <a:r>
              <a:rPr sz="1275" b="0">
                <a:solidFill>
                  <a:srgbClr val="2348E8"/>
                </a:solidFill>
                <a:latin typeface="Red Hat Mono SemiBold"/>
                <a:ea typeface="Red Hat Mono SemiBold"/>
                <a:cs typeface="Red Hat Mono SemiBold"/>
              </a:rPr>
              <a:t>EVALUASI KOMPETENSI</a:t>
            </a:r>
          </a:p>
        </p:txBody>
      </p:sp>
      <p:sp>
        <p:nvSpPr>
          <p:cNvPr id="3" name="title-5">
            <a:extLst xmlns:a="http://schemas.openxmlformats.org/drawingml/2006/main">
              <a:ext uri="{FF2B5EF4-FFF2-40B4-BE49-F238E27FC236}">
                <a16:creationId xmlns:a16="http://schemas.microsoft.com/office/drawing/2014/main" id="{91CC0230-13C7-4A70-91C3-35C69918C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47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3225" b="0">
                <a:solidFill>
                  <a:srgbClr val="071B4A"/>
                </a:solidFill>
                <a:latin typeface="Sofia Sans Extra Condensed Black"/>
                <a:ea typeface="Sofia Sans Extra Condensed Black"/>
                <a:cs typeface="Sofia Sans Extra Condensed Black"/>
              </a:defRPr>
            </a:pPr>
            <a:r>
              <a:rPr sz="3225" b="0">
                <a:solidFill>
                  <a:srgbClr val="071B4A"/>
                </a:solidFill>
                <a:latin typeface="Sofia Sans Extra Condensed Black"/>
                <a:ea typeface="Sofia Sans Extra Condensed Black"/>
                <a:cs typeface="Sofia Sans Extra Condensed Black"/>
              </a:rPr>
              <a:t>BANK SOAL MEMBENTUK PAKET UJIAN SECARA FLEKSIBEL</a:t>
            </a:r>
          </a:p>
        </p:txBody>
      </p:sp>
      <p:sp>
        <p:nvSpPr>
          <p:cNvPr id="4" name="title-accent-5">
            <a:extLst xmlns:a="http://schemas.openxmlformats.org/drawingml/2006/main">
              <a:ext uri="{FF2B5EF4-FFF2-40B4-BE49-F238E27FC236}">
                <a16:creationId xmlns:a16="http://schemas.microsoft.com/office/drawing/2014/main" id="{A196EC3F-B981-4EB3-8BD2-46625ED0F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838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8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age-5">
            <a:extLst xmlns:a="http://schemas.openxmlformats.org/drawingml/2006/main">
              <a:ext uri="{FF2B5EF4-FFF2-40B4-BE49-F238E27FC236}">
                <a16:creationId xmlns:a16="http://schemas.microsoft.com/office/drawing/2014/main" id="{6D04A8DB-F0B6-4021-B6F0-8FC41AB01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1125" b="0">
                <a:solidFill>
                  <a:srgbClr val="526087"/>
                </a:solidFill>
                <a:latin typeface="Red Hat Mono SemiBold"/>
                <a:ea typeface="Red Hat Mono SemiBold"/>
                <a:cs typeface="Red Hat Mono SemiBold"/>
              </a:defRPr>
            </a:pPr>
            <a:r>
              <a:rPr sz="1125" b="0">
                <a:solidFill>
                  <a:srgbClr val="526087"/>
                </a:solidFill>
                <a:latin typeface="Red Hat Mono SemiBold"/>
                <a:ea typeface="Red Hat Mono SemiBold"/>
                <a:cs typeface="Red Hat Mono SemiBold"/>
              </a:rPr>
              <a:t>05</a:t>
            </a:r>
          </a:p>
        </p:txBody>
      </p:sp>
      <p:sp>
        <p:nvSpPr>
          <p:cNvPr id="6" name="bank-num-0">
            <a:extLst xmlns:a="http://schemas.openxmlformats.org/drawingml/2006/main">
              <a:ext uri="{FF2B5EF4-FFF2-40B4-BE49-F238E27FC236}">
                <a16:creationId xmlns:a16="http://schemas.microsoft.com/office/drawing/2014/main" id="{09519DDA-9534-4574-9893-D46A05EE9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2348E8"/>
                </a:solidFill>
                <a:latin typeface="Red Hat Mono SemiBold"/>
                <a:ea typeface="Red Hat Mono SemiBold"/>
                <a:cs typeface="Red Hat Mono SemiBold"/>
              </a:defRPr>
            </a:pPr>
            <a:r>
              <a:rPr sz="1275" b="0">
                <a:solidFill>
                  <a:srgbClr val="2348E8"/>
                </a:solidFill>
                <a:latin typeface="Red Hat Mono SemiBold"/>
                <a:ea typeface="Red Hat Mono SemiBold"/>
                <a:cs typeface="Red Hat Mono SemiBold"/>
              </a:rPr>
              <a:t>01</a:t>
            </a:r>
          </a:p>
        </p:txBody>
      </p:sp>
      <p:sp>
        <p:nvSpPr>
          <p:cNvPr id="7" name="bank-title-0">
            <a:extLst xmlns:a="http://schemas.openxmlformats.org/drawingml/2006/main">
              <a:ext uri="{FF2B5EF4-FFF2-40B4-BE49-F238E27FC236}">
                <a16:creationId xmlns:a16="http://schemas.microsoft.com/office/drawing/2014/main" id="{95A90B76-96E8-4E43-B429-03F189ECC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0">
                <a:solidFill>
                  <a:srgbClr val="071B4A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1575" b="0">
                <a:solidFill>
                  <a:srgbClr val="071B4A"/>
                </a:solidFill>
                <a:latin typeface="Host Grotesk Bold"/>
                <a:ea typeface="Host Grotesk Bold"/>
                <a:cs typeface="Host Grotesk Bold"/>
              </a:rPr>
              <a:t>Struktur Berbasis Materi</a:t>
            </a:r>
          </a:p>
        </p:txBody>
      </p:sp>
      <p:sp>
        <p:nvSpPr>
          <p:cNvPr id="8" name="bank-copy-0">
            <a:extLst xmlns:a="http://schemas.openxmlformats.org/drawingml/2006/main">
              <a:ext uri="{FF2B5EF4-FFF2-40B4-BE49-F238E27FC236}">
                <a16:creationId xmlns:a16="http://schemas.microsoft.com/office/drawing/2014/main" id="{12B2491C-689F-4B10-8CB7-9BA2131B6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266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26087"/>
                </a:solidFill>
                <a:latin typeface="Host Grotesk"/>
                <a:ea typeface="Host Grotesk"/>
                <a:cs typeface="Host Grotesk"/>
              </a:defRPr>
            </a:pPr>
            <a:r>
              <a:rPr sz="1200" b="0">
                <a:solidFill>
                  <a:srgbClr val="526087"/>
                </a:solidFill>
                <a:latin typeface="Host Grotesk"/>
                <a:ea typeface="Host Grotesk"/>
                <a:cs typeface="Host Grotesk"/>
              </a:rPr>
              <a:t>Penyimpanan butir soal dikelompokkan menurut unit kompetensi dan materi ajar spesifik.</a:t>
            </a:r>
          </a:p>
        </p:txBody>
      </p:sp>
      <p:sp>
        <p:nvSpPr>
          <p:cNvPr id="9" name="bank-rule-0">
            <a:extLst xmlns:a="http://schemas.openxmlformats.org/drawingml/2006/main">
              <a:ext uri="{FF2B5EF4-FFF2-40B4-BE49-F238E27FC236}">
                <a16:creationId xmlns:a16="http://schemas.microsoft.com/office/drawing/2014/main" id="{F568F1DE-4F54-4174-946D-0CB4F9002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95725"/>
            <a:ext cx="266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bank-num-1">
            <a:extLst xmlns:a="http://schemas.openxmlformats.org/drawingml/2006/main">
              <a:ext uri="{FF2B5EF4-FFF2-40B4-BE49-F238E27FC236}">
                <a16:creationId xmlns:a16="http://schemas.microsoft.com/office/drawing/2014/main" id="{A3EE2A55-A801-4F12-9869-E82B1C731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0002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2348E8"/>
                </a:solidFill>
                <a:latin typeface="Red Hat Mono SemiBold"/>
                <a:ea typeface="Red Hat Mono SemiBold"/>
                <a:cs typeface="Red Hat Mono SemiBold"/>
              </a:defRPr>
            </a:pPr>
            <a:r>
              <a:rPr sz="1275" b="0">
                <a:solidFill>
                  <a:srgbClr val="2348E8"/>
                </a:solidFill>
                <a:latin typeface="Red Hat Mono SemiBold"/>
                <a:ea typeface="Red Hat Mono SemiBold"/>
                <a:cs typeface="Red Hat Mono SemiBold"/>
              </a:rPr>
              <a:t>02</a:t>
            </a:r>
          </a:p>
        </p:txBody>
      </p:sp>
      <p:sp>
        <p:nvSpPr>
          <p:cNvPr id="11" name="bank-title-1">
            <a:extLst xmlns:a="http://schemas.openxmlformats.org/drawingml/2006/main">
              <a:ext uri="{FF2B5EF4-FFF2-40B4-BE49-F238E27FC236}">
                <a16:creationId xmlns:a16="http://schemas.microsoft.com/office/drawing/2014/main" id="{CB2E7A22-00C3-44BF-9091-973379DF4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362200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0">
                <a:solidFill>
                  <a:srgbClr val="071B4A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1575" b="0">
                <a:solidFill>
                  <a:srgbClr val="071B4A"/>
                </a:solidFill>
                <a:latin typeface="Host Grotesk Bold"/>
                <a:ea typeface="Host Grotesk Bold"/>
                <a:cs typeface="Host Grotesk Bold"/>
              </a:rPr>
              <a:t>Editor Lengkap &amp; Gambar</a:t>
            </a:r>
          </a:p>
        </p:txBody>
      </p:sp>
      <p:sp>
        <p:nvSpPr>
          <p:cNvPr id="12" name="bank-copy-1">
            <a:extLst xmlns:a="http://schemas.openxmlformats.org/drawingml/2006/main">
              <a:ext uri="{FF2B5EF4-FFF2-40B4-BE49-F238E27FC236}">
                <a16:creationId xmlns:a16="http://schemas.microsoft.com/office/drawing/2014/main" id="{34336C28-C165-49BA-B04C-3798B6C6C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933700"/>
            <a:ext cx="266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26087"/>
                </a:solidFill>
                <a:latin typeface="Host Grotesk"/>
                <a:ea typeface="Host Grotesk"/>
                <a:cs typeface="Host Grotesk"/>
              </a:defRPr>
            </a:pPr>
            <a:r>
              <a:rPr sz="1200" b="0">
                <a:solidFill>
                  <a:srgbClr val="526087"/>
                </a:solidFill>
                <a:latin typeface="Host Grotesk"/>
                <a:ea typeface="Host Grotesk"/>
                <a:cs typeface="Host Grotesk"/>
              </a:rPr>
              <a:t>Kemudahan tambah, edit, hapus, import massal, serta dukungan penyisipan gambar teknis pada butir soal.</a:t>
            </a:r>
          </a:p>
        </p:txBody>
      </p:sp>
      <p:sp>
        <p:nvSpPr>
          <p:cNvPr id="13" name="bank-rule-1">
            <a:extLst xmlns:a="http://schemas.openxmlformats.org/drawingml/2006/main">
              <a:ext uri="{FF2B5EF4-FFF2-40B4-BE49-F238E27FC236}">
                <a16:creationId xmlns:a16="http://schemas.microsoft.com/office/drawing/2014/main" id="{86E7D4AB-98BD-4966-8FDA-4EB10CB65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895725"/>
            <a:ext cx="266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bank-num-2">
            <a:extLst xmlns:a="http://schemas.openxmlformats.org/drawingml/2006/main">
              <a:ext uri="{FF2B5EF4-FFF2-40B4-BE49-F238E27FC236}">
                <a16:creationId xmlns:a16="http://schemas.microsoft.com/office/drawing/2014/main" id="{ADB6393C-CB00-4540-821D-DE7376479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576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2348E8"/>
                </a:solidFill>
                <a:latin typeface="Red Hat Mono SemiBold"/>
                <a:ea typeface="Red Hat Mono SemiBold"/>
                <a:cs typeface="Red Hat Mono SemiBold"/>
              </a:defRPr>
            </a:pPr>
            <a:r>
              <a:rPr sz="1275" b="0">
                <a:solidFill>
                  <a:srgbClr val="2348E8"/>
                </a:solidFill>
                <a:latin typeface="Red Hat Mono SemiBold"/>
                <a:ea typeface="Red Hat Mono SemiBold"/>
                <a:cs typeface="Red Hat Mono SemiBold"/>
              </a:rPr>
              <a:t>03</a:t>
            </a:r>
          </a:p>
        </p:txBody>
      </p:sp>
      <p:sp>
        <p:nvSpPr>
          <p:cNvPr id="15" name="bank-title-2">
            <a:extLst xmlns:a="http://schemas.openxmlformats.org/drawingml/2006/main">
              <a:ext uri="{FF2B5EF4-FFF2-40B4-BE49-F238E27FC236}">
                <a16:creationId xmlns:a16="http://schemas.microsoft.com/office/drawing/2014/main" id="{FDCB37AD-C6C0-4BBD-A8D5-EA96AFF87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9600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0">
                <a:solidFill>
                  <a:srgbClr val="071B4A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1575" b="0">
                <a:solidFill>
                  <a:srgbClr val="071B4A"/>
                </a:solidFill>
                <a:latin typeface="Host Grotesk Bold"/>
                <a:ea typeface="Host Grotesk Bold"/>
                <a:cs typeface="Host Grotesk Bold"/>
              </a:rPr>
              <a:t>Generate Paket Acak</a:t>
            </a:r>
          </a:p>
        </p:txBody>
      </p:sp>
      <p:sp>
        <p:nvSpPr>
          <p:cNvPr id="16" name="bank-copy-2">
            <a:extLst xmlns:a="http://schemas.openxmlformats.org/drawingml/2006/main">
              <a:ext uri="{FF2B5EF4-FFF2-40B4-BE49-F238E27FC236}">
                <a16:creationId xmlns:a16="http://schemas.microsoft.com/office/drawing/2014/main" id="{70102232-7636-4E5A-9DB7-3EF6876F2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91100"/>
            <a:ext cx="266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26087"/>
                </a:solidFill>
                <a:latin typeface="Host Grotesk"/>
                <a:ea typeface="Host Grotesk"/>
                <a:cs typeface="Host Grotesk"/>
              </a:defRPr>
            </a:pPr>
            <a:r>
              <a:rPr sz="1200" b="0">
                <a:solidFill>
                  <a:srgbClr val="526087"/>
                </a:solidFill>
                <a:latin typeface="Host Grotesk"/>
                <a:ea typeface="Host Grotesk"/>
                <a:cs typeface="Host Grotesk"/>
              </a:rPr>
              <a:t>Sistem merakit paket ujian secara otomatis dan acak sesuai proporsi bobot materi yang ditentukan.</a:t>
            </a:r>
          </a:p>
        </p:txBody>
      </p:sp>
      <p:sp>
        <p:nvSpPr>
          <p:cNvPr id="17" name="bank-rule-2">
            <a:extLst xmlns:a="http://schemas.openxmlformats.org/drawingml/2006/main">
              <a:ext uri="{FF2B5EF4-FFF2-40B4-BE49-F238E27FC236}">
                <a16:creationId xmlns:a16="http://schemas.microsoft.com/office/drawing/2014/main" id="{6444BDDF-7923-4B0B-A3C0-C08765482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266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bank-num-3">
            <a:extLst xmlns:a="http://schemas.openxmlformats.org/drawingml/2006/main">
              <a:ext uri="{FF2B5EF4-FFF2-40B4-BE49-F238E27FC236}">
                <a16:creationId xmlns:a16="http://schemas.microsoft.com/office/drawing/2014/main" id="{8F466CC1-1B92-4C61-9C70-A791193F6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0576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2348E8"/>
                </a:solidFill>
                <a:latin typeface="Red Hat Mono SemiBold"/>
                <a:ea typeface="Red Hat Mono SemiBold"/>
                <a:cs typeface="Red Hat Mono SemiBold"/>
              </a:defRPr>
            </a:pPr>
            <a:r>
              <a:rPr sz="1275" b="0">
                <a:solidFill>
                  <a:srgbClr val="2348E8"/>
                </a:solidFill>
                <a:latin typeface="Red Hat Mono SemiBold"/>
                <a:ea typeface="Red Hat Mono SemiBold"/>
                <a:cs typeface="Red Hat Mono SemiBold"/>
              </a:rPr>
              <a:t>04</a:t>
            </a:r>
          </a:p>
        </p:txBody>
      </p:sp>
      <p:sp>
        <p:nvSpPr>
          <p:cNvPr id="19" name="bank-title-3">
            <a:extLst xmlns:a="http://schemas.openxmlformats.org/drawingml/2006/main">
              <a:ext uri="{FF2B5EF4-FFF2-40B4-BE49-F238E27FC236}">
                <a16:creationId xmlns:a16="http://schemas.microsoft.com/office/drawing/2014/main" id="{0377B7E9-105C-4B3A-963F-1281AE3CF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419600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0">
                <a:solidFill>
                  <a:srgbClr val="071B4A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1575" b="0">
                <a:solidFill>
                  <a:srgbClr val="071B4A"/>
                </a:solidFill>
                <a:latin typeface="Host Grotesk Bold"/>
                <a:ea typeface="Host Grotesk Bold"/>
                <a:cs typeface="Host Grotesk Bold"/>
              </a:rPr>
              <a:t>Preview &amp; Unduh Dokumen</a:t>
            </a:r>
          </a:p>
        </p:txBody>
      </p:sp>
      <p:sp>
        <p:nvSpPr>
          <p:cNvPr id="20" name="bank-copy-3">
            <a:extLst xmlns:a="http://schemas.openxmlformats.org/drawingml/2006/main">
              <a:ext uri="{FF2B5EF4-FFF2-40B4-BE49-F238E27FC236}">
                <a16:creationId xmlns:a16="http://schemas.microsoft.com/office/drawing/2014/main" id="{E8603DA1-92B7-42CE-86C9-807D6D82C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991100"/>
            <a:ext cx="266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26087"/>
                </a:solidFill>
                <a:latin typeface="Host Grotesk"/>
                <a:ea typeface="Host Grotesk"/>
                <a:cs typeface="Host Grotesk"/>
              </a:defRPr>
            </a:pPr>
            <a:r>
              <a:rPr sz="1200" b="0">
                <a:solidFill>
                  <a:srgbClr val="526087"/>
                </a:solidFill>
                <a:latin typeface="Host Grotesk"/>
                <a:ea typeface="Host Grotesk"/>
                <a:cs typeface="Host Grotesk"/>
              </a:rPr>
              <a:t>Pratinjau naskah soal dan opsi cetak/unduh arsip paket tes untuk dokumentasi arsip BDI.</a:t>
            </a:r>
          </a:p>
        </p:txBody>
      </p:sp>
      <p:sp>
        <p:nvSpPr>
          <p:cNvPr id="21" name="bank-rule-3">
            <a:extLst xmlns:a="http://schemas.openxmlformats.org/drawingml/2006/main">
              <a:ext uri="{FF2B5EF4-FFF2-40B4-BE49-F238E27FC236}">
                <a16:creationId xmlns:a16="http://schemas.microsoft.com/office/drawing/2014/main" id="{1BB586EB-53B3-4CA5-B40B-28F87BBB1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953125"/>
            <a:ext cx="266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bank-shot-shadow">
            <a:extLst xmlns:a="http://schemas.openxmlformats.org/drawingml/2006/main">
              <a:ext uri="{FF2B5EF4-FFF2-40B4-BE49-F238E27FC236}">
                <a16:creationId xmlns:a16="http://schemas.microsoft.com/office/drawing/2014/main" id="{4D305486-F347-49F5-9562-55F45C01D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057400"/>
            <a:ext cx="4724400" cy="4038600"/>
          </a:xfrm>
          <a:prstGeom xmlns:a="http://schemas.openxmlformats.org/drawingml/2006/main" prst="roundRect">
            <a:avLst>
              <a:gd name="adj" fmla="val 3302"/>
            </a:avLst>
          </a:prstGeom>
          <a:solidFill xmlns:a="http://schemas.openxmlformats.org/drawingml/2006/main">
            <a:srgbClr val="DDE4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bank-shot-frame">
            <a:extLst xmlns:a="http://schemas.openxmlformats.org/drawingml/2006/main">
              <a:ext uri="{FF2B5EF4-FFF2-40B4-BE49-F238E27FC236}">
                <a16:creationId xmlns:a16="http://schemas.microsoft.com/office/drawing/2014/main" id="{9C3067FD-9178-42C7-B4AF-7733B63B6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962150"/>
            <a:ext cx="4724400" cy="4038600"/>
          </a:xfrm>
          <a:prstGeom xmlns:a="http://schemas.openxmlformats.org/drawingml/2006/main" prst="roundRect">
            <a:avLst>
              <a:gd name="adj" fmla="val 3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AD4F6"/>
            </a:solidFill>
            <a:prstDash val="solid"/>
          </a:ln>
        </p:spPr>
      </p:sp>
      <p:sp>
        <p:nvSpPr>
          <p:cNvPr id="24" name="bank-shot-toolbar">
            <a:extLst xmlns:a="http://schemas.openxmlformats.org/drawingml/2006/main">
              <a:ext uri="{FF2B5EF4-FFF2-40B4-BE49-F238E27FC236}">
                <a16:creationId xmlns:a16="http://schemas.microsoft.com/office/drawing/2014/main" id="{72EC5363-D7E2-449E-BD3D-AA759E3B1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962150"/>
            <a:ext cx="4724400" cy="361950"/>
          </a:xfrm>
          <a:prstGeom xmlns:a="http://schemas.openxmlformats.org/drawingml/2006/main" prst="roundRect">
            <a:avLst>
              <a:gd name="adj" fmla="val 36842"/>
            </a:avLst>
          </a:prstGeom>
          <a:solidFill xmlns:a="http://schemas.openxmlformats.org/drawingml/2006/main">
            <a:srgbClr val="071B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bank-shot-dot-0">
            <a:extLst xmlns:a="http://schemas.openxmlformats.org/drawingml/2006/main">
              <a:ext uri="{FF2B5EF4-FFF2-40B4-BE49-F238E27FC236}">
                <a16:creationId xmlns:a16="http://schemas.microsoft.com/office/drawing/2014/main" id="{835390E3-D5E6-4DA7-899B-D80FB8CE2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085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47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bank-shot-dot-1">
            <a:extLst xmlns:a="http://schemas.openxmlformats.org/drawingml/2006/main">
              <a:ext uri="{FF2B5EF4-FFF2-40B4-BE49-F238E27FC236}">
                <a16:creationId xmlns:a16="http://schemas.microsoft.com/office/drawing/2014/main" id="{D5524004-993E-4D8C-82CB-6BA365F5A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085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E8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bank-shot-dot-2">
            <a:extLst xmlns:a="http://schemas.openxmlformats.org/drawingml/2006/main">
              <a:ext uri="{FF2B5EF4-FFF2-40B4-BE49-F238E27FC236}">
                <a16:creationId xmlns:a16="http://schemas.microsoft.com/office/drawing/2014/main" id="{DF67959C-3F88-4BD7-B7E5-58AF2510C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085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8B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bank-shot-drop-zone">
            <a:extLst xmlns:a="http://schemas.openxmlformats.org/drawingml/2006/main">
              <a:ext uri="{FF2B5EF4-FFF2-40B4-BE49-F238E27FC236}">
                <a16:creationId xmlns:a16="http://schemas.microsoft.com/office/drawing/2014/main" id="{497228FB-EB25-4E32-9CC5-654DF9559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495550"/>
            <a:ext cx="4381500" cy="2781300"/>
          </a:xfrm>
          <a:prstGeom xmlns:a="http://schemas.openxmlformats.org/drawingml/2006/main" prst="roundRect">
            <a:avLst>
              <a:gd name="adj" fmla="val 3425"/>
            </a:avLst>
          </a:prstGeom>
          <a:solidFill xmlns:a="http://schemas.openxmlformats.org/drawingml/2006/main">
            <a:srgbClr val="EDF1FF"/>
          </a:solidFill>
          <a:ln xmlns:a="http://schemas.openxmlformats.org/drawingml/2006/main" w="11430">
            <a:solidFill>
              <a:srgbClr val="CAD4F6"/>
            </a:solidFill>
            <a:prstDash val="solid"/>
          </a:ln>
        </p:spPr>
      </p:sp>
      <p:sp>
        <p:nvSpPr>
          <p:cNvPr id="29" name="bank-shot-label">
            <a:extLst xmlns:a="http://schemas.openxmlformats.org/drawingml/2006/main">
              <a:ext uri="{FF2B5EF4-FFF2-40B4-BE49-F238E27FC236}">
                <a16:creationId xmlns:a16="http://schemas.microsoft.com/office/drawing/2014/main" id="{9944AD08-B60C-4ED9-836F-2E3A85140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496818"/>
            <a:ext cx="38481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800" b="0">
                <a:solidFill>
                  <a:srgbClr val="071B4A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1800" b="0">
                <a:solidFill>
                  <a:srgbClr val="071B4A"/>
                </a:solidFill>
                <a:latin typeface="Host Grotesk Bold"/>
                <a:ea typeface="Host Grotesk Bold"/>
                <a:cs typeface="Host Grotesk Bold"/>
              </a:rPr>
              <a:t>[Masukkan Screenshot Sistem]</a:t>
            </a:r>
          </a:p>
        </p:txBody>
      </p:sp>
      <p:sp>
        <p:nvSpPr>
          <p:cNvPr id="30" name="bank-shot-caption">
            <a:extLst xmlns:a="http://schemas.openxmlformats.org/drawingml/2006/main">
              <a:ext uri="{FF2B5EF4-FFF2-40B4-BE49-F238E27FC236}">
                <a16:creationId xmlns:a16="http://schemas.microsoft.com/office/drawing/2014/main" id="{D61970E0-38AA-4CCA-ACE4-1B14B3C80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41020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00" b="0">
                <a:solidFill>
                  <a:srgbClr val="526087"/>
                </a:solidFill>
                <a:latin typeface="Host Grotesk"/>
                <a:ea typeface="Host Grotesk"/>
                <a:cs typeface="Host Grotesk"/>
              </a:defRPr>
            </a:pPr>
            <a:r>
              <a:rPr sz="1200" b="0">
                <a:solidFill>
                  <a:srgbClr val="526087"/>
                </a:solidFill>
                <a:latin typeface="Host Grotesk"/>
                <a:ea typeface="Host Grotesk"/>
                <a:cs typeface="Host Grotesk"/>
              </a:rPr>
              <a:t>Halaman Bank Soal &amp; Konfigurasi Paket Ujian</a:t>
            </a:r>
          </a:p>
        </p:txBody>
      </p:sp>
    </p:spTree>
    <p:extLst>
      <p:ext uri="{BB962C8B-B14F-4D97-AF65-F5344CB8AC3E}">
        <p14:creationId xmlns:p14="http://schemas.microsoft.com/office/powerpoint/2010/main" val="214347140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top-rule-6">
            <a:extLst xmlns:a="http://schemas.openxmlformats.org/drawingml/2006/main">
              <a:ext uri="{FF2B5EF4-FFF2-40B4-BE49-F238E27FC236}">
                <a16:creationId xmlns:a16="http://schemas.microsoft.com/office/drawing/2014/main" id="{B64DC629-D015-4EF6-915B-B76A15523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6">
            <a:extLst xmlns:a="http://schemas.openxmlformats.org/drawingml/2006/main">
              <a:ext uri="{FF2B5EF4-FFF2-40B4-BE49-F238E27FC236}">
                <a16:creationId xmlns:a16="http://schemas.microsoft.com/office/drawing/2014/main" id="{826126C3-D832-48DF-950D-15A489B8E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90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2348E8"/>
                </a:solidFill>
                <a:latin typeface="Red Hat Mono SemiBold"/>
                <a:ea typeface="Red Hat Mono SemiBold"/>
                <a:cs typeface="Red Hat Mono SemiBold"/>
              </a:defRPr>
            </a:pPr>
            <a:r>
              <a:rPr sz="1275" b="0">
                <a:solidFill>
                  <a:srgbClr val="2348E8"/>
                </a:solidFill>
                <a:latin typeface="Red Hat Mono SemiBold"/>
                <a:ea typeface="Red Hat Mono SemiBold"/>
                <a:cs typeface="Red Hat Mono SemiBold"/>
              </a:rPr>
              <a:t>PENGALAMAN PESERTA</a:t>
            </a:r>
          </a:p>
        </p:txBody>
      </p:sp>
      <p:sp>
        <p:nvSpPr>
          <p:cNvPr id="3" name="title-6">
            <a:extLst xmlns:a="http://schemas.openxmlformats.org/drawingml/2006/main">
              <a:ext uri="{FF2B5EF4-FFF2-40B4-BE49-F238E27FC236}">
                <a16:creationId xmlns:a16="http://schemas.microsoft.com/office/drawing/2014/main" id="{E62CCC95-22EE-468B-A09F-37B70D778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47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3375" b="0">
                <a:solidFill>
                  <a:srgbClr val="071B4A"/>
                </a:solidFill>
                <a:latin typeface="Sofia Sans Extra Condensed Black"/>
                <a:ea typeface="Sofia Sans Extra Condensed Black"/>
                <a:cs typeface="Sofia Sans Extra Condensed Black"/>
              </a:defRPr>
            </a:pPr>
            <a:r>
              <a:rPr sz="3375" b="0">
                <a:solidFill>
                  <a:srgbClr val="071B4A"/>
                </a:solidFill>
                <a:latin typeface="Sofia Sans Extra Condensed Black"/>
                <a:ea typeface="Sofia Sans Extra Condensed Black"/>
                <a:cs typeface="Sofia Sans Extra Condensed Black"/>
              </a:rPr>
              <a:t>PESERTA MENGIKUTI ALUR TES YANG SEDERHANA</a:t>
            </a:r>
          </a:p>
        </p:txBody>
      </p:sp>
      <p:sp>
        <p:nvSpPr>
          <p:cNvPr id="4" name="title-accent-6">
            <a:extLst xmlns:a="http://schemas.openxmlformats.org/drawingml/2006/main">
              <a:ext uri="{FF2B5EF4-FFF2-40B4-BE49-F238E27FC236}">
                <a16:creationId xmlns:a16="http://schemas.microsoft.com/office/drawing/2014/main" id="{03D581F9-8142-44BF-B072-FAADE4B9C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838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8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age-6">
            <a:extLst xmlns:a="http://schemas.openxmlformats.org/drawingml/2006/main">
              <a:ext uri="{FF2B5EF4-FFF2-40B4-BE49-F238E27FC236}">
                <a16:creationId xmlns:a16="http://schemas.microsoft.com/office/drawing/2014/main" id="{C2BB05D4-A7DC-4C8A-B82C-7125FB540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1125" b="0">
                <a:solidFill>
                  <a:srgbClr val="526087"/>
                </a:solidFill>
                <a:latin typeface="Red Hat Mono SemiBold"/>
                <a:ea typeface="Red Hat Mono SemiBold"/>
                <a:cs typeface="Red Hat Mono SemiBold"/>
              </a:defRPr>
            </a:pPr>
            <a:r>
              <a:rPr sz="1125" b="0">
                <a:solidFill>
                  <a:srgbClr val="526087"/>
                </a:solidFill>
                <a:latin typeface="Red Hat Mono SemiBold"/>
                <a:ea typeface="Red Hat Mono SemiBold"/>
                <a:cs typeface="Red Hat Mono SemiBold"/>
              </a:rPr>
              <a:t>06</a:t>
            </a:r>
          </a:p>
        </p:txBody>
      </p:sp>
      <p:sp>
        <p:nvSpPr>
          <p:cNvPr id="6" name="journey-intro">
            <a:extLst xmlns:a="http://schemas.openxmlformats.org/drawingml/2006/main">
              <a:ext uri="{FF2B5EF4-FFF2-40B4-BE49-F238E27FC236}">
                <a16:creationId xmlns:a16="http://schemas.microsoft.com/office/drawing/2014/main" id="{1FFB666C-9B80-4753-9BD0-1D1542A34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0">
                <a:solidFill>
                  <a:srgbClr val="526087"/>
                </a:solidFill>
                <a:latin typeface="Host Grotesk"/>
                <a:ea typeface="Host Grotesk"/>
                <a:cs typeface="Host Grotesk"/>
              </a:defRPr>
            </a:pPr>
            <a:r>
              <a:rPr sz="1575" b="0">
                <a:solidFill>
                  <a:srgbClr val="526087"/>
                </a:solidFill>
                <a:latin typeface="Host Grotesk"/>
                <a:ea typeface="Host Grotesk"/>
                <a:cs typeface="Host Grotesk"/>
              </a:rPr>
              <a:t>Peserta mengerjakan tes melalui tautan pelatihan secara mandiri.</a:t>
            </a:r>
          </a:p>
        </p:txBody>
      </p:sp>
      <p:sp>
        <p:nvSpPr>
          <p:cNvPr id="7" name="journey-num-0">
            <a:extLst xmlns:a="http://schemas.openxmlformats.org/drawingml/2006/main">
              <a:ext uri="{FF2B5EF4-FFF2-40B4-BE49-F238E27FC236}">
                <a16:creationId xmlns:a16="http://schemas.microsoft.com/office/drawing/2014/main" id="{AD020968-5505-4544-956F-237D26DD7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03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0">
                <a:solidFill>
                  <a:srgbClr val="2348E8"/>
                </a:solidFill>
                <a:latin typeface="Red Hat Mono SemiBold"/>
                <a:ea typeface="Red Hat Mono SemiBold"/>
                <a:cs typeface="Red Hat Mono SemiBold"/>
              </a:defRPr>
            </a:pPr>
            <a:r>
              <a:rPr sz="1350" b="0">
                <a:solidFill>
                  <a:srgbClr val="2348E8"/>
                </a:solidFill>
                <a:latin typeface="Red Hat Mono SemiBold"/>
                <a:ea typeface="Red Hat Mono SemiBold"/>
                <a:cs typeface="Red Hat Mono SemiBold"/>
              </a:rPr>
              <a:t>01</a:t>
            </a:r>
          </a:p>
        </p:txBody>
      </p:sp>
      <p:sp>
        <p:nvSpPr>
          <p:cNvPr id="8" name="journey-rule-0">
            <a:extLst xmlns:a="http://schemas.openxmlformats.org/drawingml/2006/main">
              <a:ext uri="{FF2B5EF4-FFF2-40B4-BE49-F238E27FC236}">
                <a16:creationId xmlns:a16="http://schemas.microsoft.com/office/drawing/2014/main" id="{8F7C53B7-95D5-4056-A4FD-F2CDAC0B3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0350"/>
            <a:ext cx="1866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journey-step-0">
            <a:extLst xmlns:a="http://schemas.openxmlformats.org/drawingml/2006/main">
              <a:ext uri="{FF2B5EF4-FFF2-40B4-BE49-F238E27FC236}">
                <a16:creationId xmlns:a16="http://schemas.microsoft.com/office/drawing/2014/main" id="{C254DA19-3E3F-413B-A057-9AF87BD29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9900"/>
            <a:ext cx="1866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0">
                <a:solidFill>
                  <a:srgbClr val="071B4A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1500" b="0">
                <a:solidFill>
                  <a:srgbClr val="071B4A"/>
                </a:solidFill>
                <a:latin typeface="Host Grotesk Bold"/>
                <a:ea typeface="Host Grotesk Bold"/>
                <a:cs typeface="Host Grotesk Bold"/>
              </a:rPr>
              <a:t>Isi Nama dan NIK</a:t>
            </a:r>
          </a:p>
        </p:txBody>
      </p:sp>
      <p:sp>
        <p:nvSpPr>
          <p:cNvPr id="10" name="journey-num-1">
            <a:extLst xmlns:a="http://schemas.openxmlformats.org/drawingml/2006/main">
              <a:ext uri="{FF2B5EF4-FFF2-40B4-BE49-F238E27FC236}">
                <a16:creationId xmlns:a16="http://schemas.microsoft.com/office/drawing/2014/main" id="{F3A2A8DE-BC21-4810-AFD0-C27A853A2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4003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0">
                <a:solidFill>
                  <a:srgbClr val="2348E8"/>
                </a:solidFill>
                <a:latin typeface="Red Hat Mono SemiBold"/>
                <a:ea typeface="Red Hat Mono SemiBold"/>
                <a:cs typeface="Red Hat Mono SemiBold"/>
              </a:defRPr>
            </a:pPr>
            <a:r>
              <a:rPr sz="1350" b="0">
                <a:solidFill>
                  <a:srgbClr val="2348E8"/>
                </a:solidFill>
                <a:latin typeface="Red Hat Mono SemiBold"/>
                <a:ea typeface="Red Hat Mono SemiBold"/>
                <a:cs typeface="Red Hat Mono SemiBold"/>
              </a:rPr>
              <a:t>02</a:t>
            </a:r>
          </a:p>
        </p:txBody>
      </p:sp>
      <p:sp>
        <p:nvSpPr>
          <p:cNvPr id="11" name="journey-rule-1">
            <a:extLst xmlns:a="http://schemas.openxmlformats.org/drawingml/2006/main">
              <a:ext uri="{FF2B5EF4-FFF2-40B4-BE49-F238E27FC236}">
                <a16:creationId xmlns:a16="http://schemas.microsoft.com/office/drawing/2014/main" id="{D6F4B47A-FE9B-485F-9998-F82444AB1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800350"/>
            <a:ext cx="1866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journey-step-1">
            <a:extLst xmlns:a="http://schemas.openxmlformats.org/drawingml/2006/main">
              <a:ext uri="{FF2B5EF4-FFF2-40B4-BE49-F238E27FC236}">
                <a16:creationId xmlns:a16="http://schemas.microsoft.com/office/drawing/2014/main" id="{7375A998-8331-4B04-B2DA-D1AEF9226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009900"/>
            <a:ext cx="1866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0">
                <a:solidFill>
                  <a:srgbClr val="071B4A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1500" b="0">
                <a:solidFill>
                  <a:srgbClr val="071B4A"/>
                </a:solidFill>
                <a:latin typeface="Host Grotesk Bold"/>
                <a:ea typeface="Host Grotesk Bold"/>
                <a:cs typeface="Host Grotesk Bold"/>
              </a:rPr>
              <a:t>Pre-Test</a:t>
            </a:r>
          </a:p>
        </p:txBody>
      </p:sp>
      <p:sp>
        <p:nvSpPr>
          <p:cNvPr id="13" name="journey-num-2">
            <a:extLst xmlns:a="http://schemas.openxmlformats.org/drawingml/2006/main">
              <a:ext uri="{FF2B5EF4-FFF2-40B4-BE49-F238E27FC236}">
                <a16:creationId xmlns:a16="http://schemas.microsoft.com/office/drawing/2014/main" id="{3C2FA6B7-5036-4FAA-AC2F-F554E481A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4003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0">
                <a:solidFill>
                  <a:srgbClr val="2348E8"/>
                </a:solidFill>
                <a:latin typeface="Red Hat Mono SemiBold"/>
                <a:ea typeface="Red Hat Mono SemiBold"/>
                <a:cs typeface="Red Hat Mono SemiBold"/>
              </a:defRPr>
            </a:pPr>
            <a:r>
              <a:rPr sz="1350" b="0">
                <a:solidFill>
                  <a:srgbClr val="2348E8"/>
                </a:solidFill>
                <a:latin typeface="Red Hat Mono SemiBold"/>
                <a:ea typeface="Red Hat Mono SemiBold"/>
                <a:cs typeface="Red Hat Mono SemiBold"/>
              </a:rPr>
              <a:t>03</a:t>
            </a:r>
          </a:p>
        </p:txBody>
      </p:sp>
      <p:sp>
        <p:nvSpPr>
          <p:cNvPr id="14" name="journey-rule-2">
            <a:extLst xmlns:a="http://schemas.openxmlformats.org/drawingml/2006/main">
              <a:ext uri="{FF2B5EF4-FFF2-40B4-BE49-F238E27FC236}">
                <a16:creationId xmlns:a16="http://schemas.microsoft.com/office/drawing/2014/main" id="{C87BB56A-BE62-4A8F-BC64-E053B2C08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800350"/>
            <a:ext cx="1866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journey-step-2">
            <a:extLst xmlns:a="http://schemas.openxmlformats.org/drawingml/2006/main">
              <a:ext uri="{FF2B5EF4-FFF2-40B4-BE49-F238E27FC236}">
                <a16:creationId xmlns:a16="http://schemas.microsoft.com/office/drawing/2014/main" id="{453266A7-0068-4558-8CA5-90869FC6B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009900"/>
            <a:ext cx="1866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0">
                <a:solidFill>
                  <a:srgbClr val="071B4A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1500" b="0">
                <a:solidFill>
                  <a:srgbClr val="071B4A"/>
                </a:solidFill>
                <a:latin typeface="Host Grotesk Bold"/>
                <a:ea typeface="Host Grotesk Bold"/>
                <a:cs typeface="Host Grotesk Bold"/>
              </a:rPr>
              <a:t>Materi Pelatihan</a:t>
            </a:r>
          </a:p>
        </p:txBody>
      </p:sp>
      <p:sp>
        <p:nvSpPr>
          <p:cNvPr id="16" name="journey-num-3">
            <a:extLst xmlns:a="http://schemas.openxmlformats.org/drawingml/2006/main">
              <a:ext uri="{FF2B5EF4-FFF2-40B4-BE49-F238E27FC236}">
                <a16:creationId xmlns:a16="http://schemas.microsoft.com/office/drawing/2014/main" id="{418452BB-5126-4671-B07B-A280FB246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4003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0">
                <a:solidFill>
                  <a:srgbClr val="2348E8"/>
                </a:solidFill>
                <a:latin typeface="Red Hat Mono SemiBold"/>
                <a:ea typeface="Red Hat Mono SemiBold"/>
                <a:cs typeface="Red Hat Mono SemiBold"/>
              </a:defRPr>
            </a:pPr>
            <a:r>
              <a:rPr sz="1350" b="0">
                <a:solidFill>
                  <a:srgbClr val="2348E8"/>
                </a:solidFill>
                <a:latin typeface="Red Hat Mono SemiBold"/>
                <a:ea typeface="Red Hat Mono SemiBold"/>
                <a:cs typeface="Red Hat Mono SemiBold"/>
              </a:rPr>
              <a:t>04</a:t>
            </a:r>
          </a:p>
        </p:txBody>
      </p:sp>
      <p:sp>
        <p:nvSpPr>
          <p:cNvPr id="17" name="journey-rule-3">
            <a:extLst xmlns:a="http://schemas.openxmlformats.org/drawingml/2006/main">
              <a:ext uri="{FF2B5EF4-FFF2-40B4-BE49-F238E27FC236}">
                <a16:creationId xmlns:a16="http://schemas.microsoft.com/office/drawing/2014/main" id="{18F36C35-224F-4FC5-8534-01C027F15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800350"/>
            <a:ext cx="1866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journey-step-3">
            <a:extLst xmlns:a="http://schemas.openxmlformats.org/drawingml/2006/main">
              <a:ext uri="{FF2B5EF4-FFF2-40B4-BE49-F238E27FC236}">
                <a16:creationId xmlns:a16="http://schemas.microsoft.com/office/drawing/2014/main" id="{F139849E-B742-4666-836D-60C624D65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009900"/>
            <a:ext cx="1866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0">
                <a:solidFill>
                  <a:srgbClr val="071B4A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1500" b="0">
                <a:solidFill>
                  <a:srgbClr val="071B4A"/>
                </a:solidFill>
                <a:latin typeface="Host Grotesk Bold"/>
                <a:ea typeface="Host Grotesk Bold"/>
                <a:cs typeface="Host Grotesk Bold"/>
              </a:rPr>
              <a:t>Post-Test</a:t>
            </a:r>
          </a:p>
        </p:txBody>
      </p:sp>
      <p:sp>
        <p:nvSpPr>
          <p:cNvPr id="19" name="journey-num-4">
            <a:extLst xmlns:a="http://schemas.openxmlformats.org/drawingml/2006/main">
              <a:ext uri="{FF2B5EF4-FFF2-40B4-BE49-F238E27FC236}">
                <a16:creationId xmlns:a16="http://schemas.microsoft.com/office/drawing/2014/main" id="{B5EF00D9-E14C-44D2-8DC4-61C445B20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4003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0">
                <a:solidFill>
                  <a:srgbClr val="2348E8"/>
                </a:solidFill>
                <a:latin typeface="Red Hat Mono SemiBold"/>
                <a:ea typeface="Red Hat Mono SemiBold"/>
                <a:cs typeface="Red Hat Mono SemiBold"/>
              </a:defRPr>
            </a:pPr>
            <a:r>
              <a:rPr sz="1350" b="0">
                <a:solidFill>
                  <a:srgbClr val="2348E8"/>
                </a:solidFill>
                <a:latin typeface="Red Hat Mono SemiBold"/>
                <a:ea typeface="Red Hat Mono SemiBold"/>
                <a:cs typeface="Red Hat Mono SemiBold"/>
              </a:rPr>
              <a:t>05</a:t>
            </a:r>
          </a:p>
        </p:txBody>
      </p:sp>
      <p:sp>
        <p:nvSpPr>
          <p:cNvPr id="20" name="journey-rule-4">
            <a:extLst xmlns:a="http://schemas.openxmlformats.org/drawingml/2006/main">
              <a:ext uri="{FF2B5EF4-FFF2-40B4-BE49-F238E27FC236}">
                <a16:creationId xmlns:a16="http://schemas.microsoft.com/office/drawing/2014/main" id="{98AB1E4C-A859-4EAF-A2C3-20C5BC99E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800350"/>
            <a:ext cx="1866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8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journey-step-4">
            <a:extLst xmlns:a="http://schemas.openxmlformats.org/drawingml/2006/main">
              <a:ext uri="{FF2B5EF4-FFF2-40B4-BE49-F238E27FC236}">
                <a16:creationId xmlns:a16="http://schemas.microsoft.com/office/drawing/2014/main" id="{7743702F-5683-48A2-9B3B-8468713E5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009900"/>
            <a:ext cx="1866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0">
                <a:solidFill>
                  <a:srgbClr val="071B4A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1500" b="0">
                <a:solidFill>
                  <a:srgbClr val="071B4A"/>
                </a:solidFill>
                <a:latin typeface="Host Grotesk Bold"/>
                <a:ea typeface="Host Grotesk Bold"/>
                <a:cs typeface="Host Grotesk Bold"/>
              </a:rPr>
              <a:t>Hasil</a:t>
            </a:r>
          </a:p>
        </p:txBody>
      </p:sp>
      <p:sp>
        <p:nvSpPr>
          <p:cNvPr id="22" name="journey-shot-shadow">
            <a:extLst xmlns:a="http://schemas.openxmlformats.org/drawingml/2006/main">
              <a:ext uri="{FF2B5EF4-FFF2-40B4-BE49-F238E27FC236}">
                <a16:creationId xmlns:a16="http://schemas.microsoft.com/office/drawing/2014/main" id="{3237EC6E-0100-42C7-802B-00DD88E07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86200"/>
            <a:ext cx="10972800" cy="2076450"/>
          </a:xfrm>
          <a:prstGeom xmlns:a="http://schemas.openxmlformats.org/drawingml/2006/main" prst="roundRect">
            <a:avLst>
              <a:gd name="adj" fmla="val 6422"/>
            </a:avLst>
          </a:prstGeom>
          <a:solidFill xmlns:a="http://schemas.openxmlformats.org/drawingml/2006/main">
            <a:srgbClr val="DDE4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journey-shot-frame">
            <a:extLst xmlns:a="http://schemas.openxmlformats.org/drawingml/2006/main">
              <a:ext uri="{FF2B5EF4-FFF2-40B4-BE49-F238E27FC236}">
                <a16:creationId xmlns:a16="http://schemas.microsoft.com/office/drawing/2014/main" id="{D01A3FCC-641F-4B8E-97A1-F3B70A815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90950"/>
            <a:ext cx="10972800" cy="2076450"/>
          </a:xfrm>
          <a:prstGeom xmlns:a="http://schemas.openxmlformats.org/drawingml/2006/main" prst="roundRect">
            <a:avLst>
              <a:gd name="adj" fmla="val 64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AD4F6"/>
            </a:solidFill>
            <a:prstDash val="solid"/>
          </a:ln>
        </p:spPr>
      </p:sp>
      <p:sp>
        <p:nvSpPr>
          <p:cNvPr id="24" name="journey-shot-toolbar">
            <a:extLst xmlns:a="http://schemas.openxmlformats.org/drawingml/2006/main">
              <a:ext uri="{FF2B5EF4-FFF2-40B4-BE49-F238E27FC236}">
                <a16:creationId xmlns:a16="http://schemas.microsoft.com/office/drawing/2014/main" id="{C1301BD8-6501-41D2-856A-C5C73DAD3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90950"/>
            <a:ext cx="10972800" cy="361950"/>
          </a:xfrm>
          <a:prstGeom xmlns:a="http://schemas.openxmlformats.org/drawingml/2006/main" prst="roundRect">
            <a:avLst>
              <a:gd name="adj" fmla="val 36842"/>
            </a:avLst>
          </a:prstGeom>
          <a:solidFill xmlns:a="http://schemas.openxmlformats.org/drawingml/2006/main">
            <a:srgbClr val="071B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journey-shot-dot-0">
            <a:extLst xmlns:a="http://schemas.openxmlformats.org/drawingml/2006/main">
              <a:ext uri="{FF2B5EF4-FFF2-40B4-BE49-F238E27FC236}">
                <a16:creationId xmlns:a16="http://schemas.microsoft.com/office/drawing/2014/main" id="{745F9BD9-57A2-4CB8-B72B-41BA28219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147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47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journey-shot-dot-1">
            <a:extLst xmlns:a="http://schemas.openxmlformats.org/drawingml/2006/main">
              <a:ext uri="{FF2B5EF4-FFF2-40B4-BE49-F238E27FC236}">
                <a16:creationId xmlns:a16="http://schemas.microsoft.com/office/drawing/2014/main" id="{4D41F074-7257-4FB1-9030-E5C6E9366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147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E8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journey-shot-dot-2">
            <a:extLst xmlns:a="http://schemas.openxmlformats.org/drawingml/2006/main">
              <a:ext uri="{FF2B5EF4-FFF2-40B4-BE49-F238E27FC236}">
                <a16:creationId xmlns:a16="http://schemas.microsoft.com/office/drawing/2014/main" id="{609DB8BF-6C9E-4FF0-98CD-C764A51A2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9147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8B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journey-shot-drop-zone">
            <a:extLst xmlns:a="http://schemas.openxmlformats.org/drawingml/2006/main">
              <a:ext uri="{FF2B5EF4-FFF2-40B4-BE49-F238E27FC236}">
                <a16:creationId xmlns:a16="http://schemas.microsoft.com/office/drawing/2014/main" id="{30C9620F-DBF1-48F7-8EE7-E5707212E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24350"/>
            <a:ext cx="10629900" cy="819150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EDF1FF"/>
          </a:solidFill>
          <a:ln xmlns:a="http://schemas.openxmlformats.org/drawingml/2006/main" w="11430">
            <a:solidFill>
              <a:srgbClr val="CAD4F6"/>
            </a:solidFill>
            <a:prstDash val="solid"/>
          </a:ln>
        </p:spPr>
      </p:sp>
      <p:sp>
        <p:nvSpPr>
          <p:cNvPr id="29" name="journey-shot-label">
            <a:extLst xmlns:a="http://schemas.openxmlformats.org/drawingml/2006/main">
              <a:ext uri="{FF2B5EF4-FFF2-40B4-BE49-F238E27FC236}">
                <a16:creationId xmlns:a16="http://schemas.microsoft.com/office/drawing/2014/main" id="{C8EF2435-E374-4D0E-AA25-4066A9FE3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80001"/>
            <a:ext cx="1009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800" b="0">
                <a:solidFill>
                  <a:srgbClr val="071B4A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1800" b="0">
                <a:solidFill>
                  <a:srgbClr val="071B4A"/>
                </a:solidFill>
                <a:latin typeface="Host Grotesk Bold"/>
                <a:ea typeface="Host Grotesk Bold"/>
                <a:cs typeface="Host Grotesk Bold"/>
              </a:rPr>
              <a:t>[Masukkan Screenshot Sistem]</a:t>
            </a:r>
          </a:p>
        </p:txBody>
      </p:sp>
      <p:sp>
        <p:nvSpPr>
          <p:cNvPr id="30" name="journey-shot-caption">
            <a:extLst xmlns:a="http://schemas.openxmlformats.org/drawingml/2006/main">
              <a:ext uri="{FF2B5EF4-FFF2-40B4-BE49-F238E27FC236}">
                <a16:creationId xmlns:a16="http://schemas.microsoft.com/office/drawing/2014/main" id="{12231DC0-5CF5-4342-93B4-4A7BF62BD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76850"/>
            <a:ext cx="10439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00" b="0">
                <a:solidFill>
                  <a:srgbClr val="526087"/>
                </a:solidFill>
                <a:latin typeface="Host Grotesk"/>
                <a:ea typeface="Host Grotesk"/>
                <a:cs typeface="Host Grotesk"/>
              </a:defRPr>
            </a:pPr>
            <a:r>
              <a:rPr sz="1200" b="0">
                <a:solidFill>
                  <a:srgbClr val="526087"/>
                </a:solidFill>
                <a:latin typeface="Host Grotesk"/>
                <a:ea typeface="Host Grotesk"/>
                <a:cs typeface="Host Grotesk"/>
              </a:rPr>
              <a:t>Halaman Ujian Peserta</a:t>
            </a:r>
          </a:p>
        </p:txBody>
      </p:sp>
      <p:sp>
        <p:nvSpPr>
          <p:cNvPr id="31" name="journey-shot-note">
            <a:extLst xmlns:a="http://schemas.openxmlformats.org/drawingml/2006/main">
              <a:ext uri="{FF2B5EF4-FFF2-40B4-BE49-F238E27FC236}">
                <a16:creationId xmlns:a16="http://schemas.microsoft.com/office/drawing/2014/main" id="{BB6C6DA8-9F9E-4258-B904-3D15C90EF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975" b="0">
                <a:solidFill>
                  <a:srgbClr val="526087"/>
                </a:solidFill>
                <a:latin typeface="Host Grotesk"/>
                <a:ea typeface="Host Grotesk"/>
                <a:cs typeface="Host Grotesk"/>
              </a:defRPr>
            </a:pPr>
            <a:r>
              <a:rPr sz="975" b="0">
                <a:solidFill>
                  <a:srgbClr val="526087"/>
                </a:solidFill>
                <a:latin typeface="Host Grotesk"/>
                <a:ea typeface="Host Grotesk"/>
                <a:cs typeface="Host Grotesk"/>
              </a:rPr>
              <a:t>[Catatan: Tambahkan screenshot halaman peserta atau halaman soal; hapus catatan setelah selesai.]</a:t>
            </a:r>
          </a:p>
        </p:txBody>
      </p:sp>
    </p:spTree>
    <p:extLst>
      <p:ext uri="{BB962C8B-B14F-4D97-AF65-F5344CB8AC3E}">
        <p14:creationId xmlns:p14="http://schemas.microsoft.com/office/powerpoint/2010/main" val="80642990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op-rule-7">
            <a:extLst xmlns:a="http://schemas.openxmlformats.org/drawingml/2006/main">
              <a:ext uri="{FF2B5EF4-FFF2-40B4-BE49-F238E27FC236}">
                <a16:creationId xmlns:a16="http://schemas.microsoft.com/office/drawing/2014/main" id="{0DF8BDE6-9F7B-49EC-872A-14B4C8D63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7">
            <a:extLst xmlns:a="http://schemas.openxmlformats.org/drawingml/2006/main">
              <a:ext uri="{FF2B5EF4-FFF2-40B4-BE49-F238E27FC236}">
                <a16:creationId xmlns:a16="http://schemas.microsoft.com/office/drawing/2014/main" id="{8D44ABF4-7356-43CD-A690-2A2EB4C6C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90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2348E8"/>
                </a:solidFill>
                <a:latin typeface="Red Hat Mono SemiBold"/>
                <a:ea typeface="Red Hat Mono SemiBold"/>
                <a:cs typeface="Red Hat Mono SemiBold"/>
              </a:defRPr>
            </a:pPr>
            <a:r>
              <a:rPr sz="1275" b="0">
                <a:solidFill>
                  <a:srgbClr val="2348E8"/>
                </a:solidFill>
                <a:latin typeface="Red Hat Mono SemiBold"/>
                <a:ea typeface="Red Hat Mono SemiBold"/>
                <a:cs typeface="Red Hat Mono SemiBold"/>
              </a:rPr>
              <a:t>STANDAR KELULUSAN &amp; REMEDIAL</a:t>
            </a:r>
          </a:p>
        </p:txBody>
      </p:sp>
      <p:sp>
        <p:nvSpPr>
          <p:cNvPr id="3" name="title-7">
            <a:extLst xmlns:a="http://schemas.openxmlformats.org/drawingml/2006/main">
              <a:ext uri="{FF2B5EF4-FFF2-40B4-BE49-F238E27FC236}">
                <a16:creationId xmlns:a16="http://schemas.microsoft.com/office/drawing/2014/main" id="{7FAC2F98-2DAC-4E12-A440-32E5174F0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47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925" b="0">
                <a:solidFill>
                  <a:srgbClr val="071B4A"/>
                </a:solidFill>
                <a:latin typeface="Sofia Sans Extra Condensed Black"/>
                <a:ea typeface="Sofia Sans Extra Condensed Black"/>
                <a:cs typeface="Sofia Sans Extra Condensed Black"/>
              </a:defRPr>
            </a:pPr>
            <a:r>
              <a:rPr sz="2925" b="0">
                <a:solidFill>
                  <a:srgbClr val="071B4A"/>
                </a:solidFill>
                <a:latin typeface="Sofia Sans Extra Condensed Black"/>
                <a:ea typeface="Sofia Sans Extra Condensed Black"/>
                <a:cs typeface="Sofia Sans Extra Condensed Black"/>
              </a:rPr>
              <a:t>NILAI, REMEDIAL, DAN MONITORING HASIL BERJALAN DALAM SATU ALUR</a:t>
            </a:r>
          </a:p>
        </p:txBody>
      </p:sp>
      <p:sp>
        <p:nvSpPr>
          <p:cNvPr id="4" name="title-accent-7">
            <a:extLst xmlns:a="http://schemas.openxmlformats.org/drawingml/2006/main">
              <a:ext uri="{FF2B5EF4-FFF2-40B4-BE49-F238E27FC236}">
                <a16:creationId xmlns:a16="http://schemas.microsoft.com/office/drawing/2014/main" id="{8B5D6625-DC78-4E30-8795-FDD788417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838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8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age-7">
            <a:extLst xmlns:a="http://schemas.openxmlformats.org/drawingml/2006/main">
              <a:ext uri="{FF2B5EF4-FFF2-40B4-BE49-F238E27FC236}">
                <a16:creationId xmlns:a16="http://schemas.microsoft.com/office/drawing/2014/main" id="{89BCF568-CC06-4705-B942-277383204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1125" b="0">
                <a:solidFill>
                  <a:srgbClr val="526087"/>
                </a:solidFill>
                <a:latin typeface="Red Hat Mono SemiBold"/>
                <a:ea typeface="Red Hat Mono SemiBold"/>
                <a:cs typeface="Red Hat Mono SemiBold"/>
              </a:defRPr>
            </a:pPr>
            <a:r>
              <a:rPr sz="1125" b="0">
                <a:solidFill>
                  <a:srgbClr val="526087"/>
                </a:solidFill>
                <a:latin typeface="Red Hat Mono SemiBold"/>
                <a:ea typeface="Red Hat Mono SemiBold"/>
                <a:cs typeface="Red Hat Mono SemiBold"/>
              </a:rPr>
              <a:t>07</a:t>
            </a:r>
          </a:p>
        </p:txBody>
      </p:sp>
      <p:sp>
        <p:nvSpPr>
          <p:cNvPr id="6" name="logic-label">
            <a:extLst xmlns:a="http://schemas.openxmlformats.org/drawingml/2006/main">
              <a:ext uri="{FF2B5EF4-FFF2-40B4-BE49-F238E27FC236}">
                <a16:creationId xmlns:a16="http://schemas.microsoft.com/office/drawing/2014/main" id="{00F2D6CE-D8DD-4D5B-A63F-D41465EE8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0">
                <a:solidFill>
                  <a:srgbClr val="2348E8"/>
                </a:solidFill>
                <a:latin typeface="Red Hat Mono SemiBold"/>
                <a:ea typeface="Red Hat Mono SemiBold"/>
                <a:cs typeface="Red Hat Mono SemiBold"/>
              </a:defRPr>
            </a:pPr>
            <a:r>
              <a:rPr sz="1125" b="0">
                <a:solidFill>
                  <a:srgbClr val="2348E8"/>
                </a:solidFill>
                <a:latin typeface="Red Hat Mono SemiBold"/>
                <a:ea typeface="Red Hat Mono SemiBold"/>
                <a:cs typeface="Red Hat Mono SemiBold"/>
              </a:rPr>
              <a:t>LOGIKA KELULUSAN &amp; REMEDIAL</a:t>
            </a:r>
          </a:p>
        </p:txBody>
      </p:sp>
      <p:sp>
        <p:nvSpPr>
          <p:cNvPr id="7" name="pass-block">
            <a:extLst xmlns:a="http://schemas.openxmlformats.org/drawingml/2006/main">
              <a:ext uri="{FF2B5EF4-FFF2-40B4-BE49-F238E27FC236}">
                <a16:creationId xmlns:a16="http://schemas.microsoft.com/office/drawing/2014/main" id="{3BAFB8C9-E938-4F9F-B4FE-87676A549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695950" cy="781050"/>
          </a:xfrm>
          <a:prstGeom xmlns:a="http://schemas.openxmlformats.org/drawingml/2006/main" prst="roundRect">
            <a:avLst>
              <a:gd name="adj" fmla="val 12195"/>
            </a:avLst>
          </a:prstGeom>
          <a:solidFill xmlns:a="http://schemas.openxmlformats.org/drawingml/2006/main">
            <a:srgbClr val="E5F6F1"/>
          </a:solidFill>
          <a:ln xmlns:a="http://schemas.openxmlformats.org/drawingml/2006/main" w="9525">
            <a:solidFill>
              <a:srgbClr val="A2DCCA"/>
            </a:solidFill>
            <a:prstDash val="solid"/>
          </a:ln>
        </p:spPr>
      </p:sp>
      <p:sp>
        <p:nvSpPr>
          <p:cNvPr id="8" name="pass-copy">
            <a:extLst xmlns:a="http://schemas.openxmlformats.org/drawingml/2006/main">
              <a:ext uri="{FF2B5EF4-FFF2-40B4-BE49-F238E27FC236}">
                <a16:creationId xmlns:a16="http://schemas.microsoft.com/office/drawing/2014/main" id="{890F4F8B-418C-4287-8C10-0BEFA1BA5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57450"/>
            <a:ext cx="5238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0">
                <a:solidFill>
                  <a:srgbClr val="0B8B6D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1350" b="0">
                <a:solidFill>
                  <a:srgbClr val="0B8B6D"/>
                </a:solidFill>
                <a:latin typeface="Host Grotesk Bold"/>
                <a:ea typeface="Host Grotesk Bold"/>
                <a:cs typeface="Host Grotesk Bold"/>
              </a:rPr>
              <a:t>Jalur Kelulusan Langsung: Post-Test → Skor ≥ Passing Grade → Lulus (Selesai)</a:t>
            </a:r>
          </a:p>
        </p:txBody>
      </p:sp>
      <p:sp>
        <p:nvSpPr>
          <p:cNvPr id="9" name="remedial-block">
            <a:extLst xmlns:a="http://schemas.openxmlformats.org/drawingml/2006/main">
              <a:ext uri="{FF2B5EF4-FFF2-40B4-BE49-F238E27FC236}">
                <a16:creationId xmlns:a16="http://schemas.microsoft.com/office/drawing/2014/main" id="{B30FF8A2-667E-41F4-8066-4AB2E9202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5695950" cy="895350"/>
          </a:xfrm>
          <a:prstGeom xmlns:a="http://schemas.openxmlformats.org/drawingml/2006/main" prst="roundRect">
            <a:avLst>
              <a:gd name="adj" fmla="val 10638"/>
            </a:avLst>
          </a:prstGeom>
          <a:solidFill xmlns:a="http://schemas.openxmlformats.org/drawingml/2006/main">
            <a:srgbClr val="FFF0E8"/>
          </a:solidFill>
          <a:ln xmlns:a="http://schemas.openxmlformats.org/drawingml/2006/main" w="9525">
            <a:solidFill>
              <a:srgbClr val="F3B49A"/>
            </a:solidFill>
            <a:prstDash val="solid"/>
          </a:ln>
        </p:spPr>
      </p:sp>
      <p:sp>
        <p:nvSpPr>
          <p:cNvPr id="10" name="remedial-copy">
            <a:extLst xmlns:a="http://schemas.openxmlformats.org/drawingml/2006/main">
              <a:ext uri="{FF2B5EF4-FFF2-40B4-BE49-F238E27FC236}">
                <a16:creationId xmlns:a16="http://schemas.microsoft.com/office/drawing/2014/main" id="{597C35BA-579F-4BCA-8544-DEE1DEA7C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90900"/>
            <a:ext cx="523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0">
                <a:solidFill>
                  <a:srgbClr val="C94713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1350" b="0">
                <a:solidFill>
                  <a:srgbClr val="C94713"/>
                </a:solidFill>
                <a:latin typeface="Host Grotesk Bold"/>
                <a:ea typeface="Host Grotesk Bold"/>
                <a:cs typeface="Host Grotesk Bold"/>
              </a:rPr>
              <a:t>Jalur Remedial Bertahap: Post-Test (&lt; Passing Grade) → Remedial 1 → Remedial 2 → Tes Diakhiri</a:t>
            </a:r>
          </a:p>
        </p:txBody>
      </p:sp>
      <p:graphicFrame>
        <p:nvGraphicFramePr>
          <p:cNvPr id="31" name=""/>
          <p:cNvGraphicFramePr/>
          <p:nvPr/>
        </p:nvGraphicFramePr>
        <p:xfrm>
          <a:off xmlns:a="http://schemas.openxmlformats.org/drawingml/2006/main" x="609600" y="4457700"/>
          <a:ext xmlns:a="http://schemas.openxmlformats.org/drawingml/2006/main" cx="5695950" cy="1428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33600"/>
                <a:gridCol w="3562350"/>
              </a:tblGrid>
              <a:tr h="47625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FFFFFF"/>
                          </a:solidFill>
                          <a:latin typeface="Host Grotesk Bold"/>
                          <a:ea typeface="Host Grotesk Bold"/>
                          <a:cs typeface="Host Grotesk Bold"/>
                        </a:rPr>
                        <a:t>Aturan Waktu</a:t>
                      </a:r>
                    </a:p>
                  </a:txBody>
                  <a:tcPr marL="91440" marR="91440" marT="45720" marB="45720">
                    <a:solidFill>
                      <a:srgbClr val="071B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71B4A"/>
                          </a:solidFill>
                          <a:latin typeface="Host Grotesk"/>
                          <a:ea typeface="Host Grotesk"/>
                          <a:cs typeface="Host Grotesk"/>
                        </a:rPr>
                        <a:t>Awal 7 menit; tiap remedial menambah 7 menit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FFFFFF"/>
                          </a:solidFill>
                          <a:latin typeface="Host Grotesk Bold"/>
                          <a:ea typeface="Host Grotesk Bold"/>
                          <a:cs typeface="Host Grotesk Bold"/>
                        </a:rPr>
                        <a:t>Batas Remedial</a:t>
                      </a:r>
                    </a:p>
                  </a:txBody>
                  <a:tcPr marL="91440" marR="91440" marT="45720" marB="45720">
                    <a:solidFill>
                      <a:srgbClr val="071B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71B4A"/>
                          </a:solidFill>
                          <a:latin typeface="Host Grotesk"/>
                          <a:ea typeface="Host Grotesk"/>
                          <a:cs typeface="Host Grotesk"/>
                        </a:rPr>
                        <a:t>Maksimal 2 kali pengulangan tes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FFFFFF"/>
                          </a:solidFill>
                          <a:latin typeface="Host Grotesk Bold"/>
                          <a:ea typeface="Host Grotesk Bold"/>
                          <a:cs typeface="Host Grotesk Bold"/>
                        </a:rPr>
                        <a:t>Passing Grade</a:t>
                      </a:r>
                    </a:p>
                  </a:txBody>
                  <a:tcPr marL="91440" marR="91440" marT="45720" marB="45720">
                    <a:solidFill>
                      <a:srgbClr val="071B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71B4A"/>
                          </a:solidFill>
                          <a:latin typeface="Host Grotesk"/>
                          <a:ea typeface="Host Grotesk"/>
                          <a:cs typeface="Host Grotesk"/>
                        </a:rPr>
                        <a:t>Dapat dikonfigurasi per jenis pelatihan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score-shot-shadow">
            <a:extLst xmlns:a="http://schemas.openxmlformats.org/drawingml/2006/main">
              <a:ext uri="{FF2B5EF4-FFF2-40B4-BE49-F238E27FC236}">
                <a16:creationId xmlns:a16="http://schemas.microsoft.com/office/drawing/2014/main" id="{412328C4-A1F2-4F2A-8B45-AD8992F86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057400"/>
            <a:ext cx="4819650" cy="3943350"/>
          </a:xfrm>
          <a:prstGeom xmlns:a="http://schemas.openxmlformats.org/drawingml/2006/main" prst="roundRect">
            <a:avLst>
              <a:gd name="adj" fmla="val 3382"/>
            </a:avLst>
          </a:prstGeom>
          <a:solidFill xmlns:a="http://schemas.openxmlformats.org/drawingml/2006/main">
            <a:srgbClr val="DDE4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core-shot-frame">
            <a:extLst xmlns:a="http://schemas.openxmlformats.org/drawingml/2006/main">
              <a:ext uri="{FF2B5EF4-FFF2-40B4-BE49-F238E27FC236}">
                <a16:creationId xmlns:a16="http://schemas.microsoft.com/office/drawing/2014/main" id="{F6EA3E4F-E169-4B32-BACF-EE6624DD3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962150"/>
            <a:ext cx="4819650" cy="3943350"/>
          </a:xfrm>
          <a:prstGeom xmlns:a="http://schemas.openxmlformats.org/drawingml/2006/main" prst="roundRect">
            <a:avLst>
              <a:gd name="adj" fmla="val 33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AD4F6"/>
            </a:solidFill>
            <a:prstDash val="solid"/>
          </a:ln>
        </p:spPr>
      </p:sp>
      <p:sp>
        <p:nvSpPr>
          <p:cNvPr id="14" name="score-shot-toolbar">
            <a:extLst xmlns:a="http://schemas.openxmlformats.org/drawingml/2006/main">
              <a:ext uri="{FF2B5EF4-FFF2-40B4-BE49-F238E27FC236}">
                <a16:creationId xmlns:a16="http://schemas.microsoft.com/office/drawing/2014/main" id="{8173A38F-6E6F-482B-9B1B-93C27ABE6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962150"/>
            <a:ext cx="4819650" cy="361950"/>
          </a:xfrm>
          <a:prstGeom xmlns:a="http://schemas.openxmlformats.org/drawingml/2006/main" prst="roundRect">
            <a:avLst>
              <a:gd name="adj" fmla="val 36842"/>
            </a:avLst>
          </a:prstGeom>
          <a:solidFill xmlns:a="http://schemas.openxmlformats.org/drawingml/2006/main">
            <a:srgbClr val="071B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core-shot-dot-0">
            <a:extLst xmlns:a="http://schemas.openxmlformats.org/drawingml/2006/main">
              <a:ext uri="{FF2B5EF4-FFF2-40B4-BE49-F238E27FC236}">
                <a16:creationId xmlns:a16="http://schemas.microsoft.com/office/drawing/2014/main" id="{8CBB0207-F8ED-4512-B3E5-F8DA6DB62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085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47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score-shot-dot-1">
            <a:extLst xmlns:a="http://schemas.openxmlformats.org/drawingml/2006/main">
              <a:ext uri="{FF2B5EF4-FFF2-40B4-BE49-F238E27FC236}">
                <a16:creationId xmlns:a16="http://schemas.microsoft.com/office/drawing/2014/main" id="{7A31BEB9-895A-4F79-9235-B715599DC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085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E8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core-shot-dot-2">
            <a:extLst xmlns:a="http://schemas.openxmlformats.org/drawingml/2006/main">
              <a:ext uri="{FF2B5EF4-FFF2-40B4-BE49-F238E27FC236}">
                <a16:creationId xmlns:a16="http://schemas.microsoft.com/office/drawing/2014/main" id="{D5B6D4F1-186E-4609-89F0-245877BF6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085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8B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core-shot-drop-zone">
            <a:extLst xmlns:a="http://schemas.openxmlformats.org/drawingml/2006/main">
              <a:ext uri="{FF2B5EF4-FFF2-40B4-BE49-F238E27FC236}">
                <a16:creationId xmlns:a16="http://schemas.microsoft.com/office/drawing/2014/main" id="{3CA8E0C0-D8E5-4F47-A669-503003F48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495550"/>
            <a:ext cx="4476750" cy="2686050"/>
          </a:xfrm>
          <a:prstGeom xmlns:a="http://schemas.openxmlformats.org/drawingml/2006/main" prst="roundRect">
            <a:avLst>
              <a:gd name="adj" fmla="val 3546"/>
            </a:avLst>
          </a:prstGeom>
          <a:solidFill xmlns:a="http://schemas.openxmlformats.org/drawingml/2006/main">
            <a:srgbClr val="EDF1FF"/>
          </a:solidFill>
          <a:ln xmlns:a="http://schemas.openxmlformats.org/drawingml/2006/main" w="11430">
            <a:solidFill>
              <a:srgbClr val="CAD4F6"/>
            </a:solidFill>
            <a:prstDash val="solid"/>
          </a:ln>
        </p:spPr>
      </p:sp>
      <p:sp>
        <p:nvSpPr>
          <p:cNvPr id="19" name="score-shot-label">
            <a:extLst xmlns:a="http://schemas.openxmlformats.org/drawingml/2006/main">
              <a:ext uri="{FF2B5EF4-FFF2-40B4-BE49-F238E27FC236}">
                <a16:creationId xmlns:a16="http://schemas.microsoft.com/office/drawing/2014/main" id="{FF0C00D5-B9E0-441D-B50A-63C8DE58E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460623"/>
            <a:ext cx="39433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800" b="0">
                <a:solidFill>
                  <a:srgbClr val="071B4A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1800" b="0">
                <a:solidFill>
                  <a:srgbClr val="071B4A"/>
                </a:solidFill>
                <a:latin typeface="Host Grotesk Bold"/>
                <a:ea typeface="Host Grotesk Bold"/>
                <a:cs typeface="Host Grotesk Bold"/>
              </a:rPr>
              <a:t>[Masukkan Screenshot Sistem]</a:t>
            </a:r>
          </a:p>
        </p:txBody>
      </p:sp>
      <p:sp>
        <p:nvSpPr>
          <p:cNvPr id="20" name="score-shot-caption">
            <a:extLst xmlns:a="http://schemas.openxmlformats.org/drawingml/2006/main">
              <a:ext uri="{FF2B5EF4-FFF2-40B4-BE49-F238E27FC236}">
                <a16:creationId xmlns:a16="http://schemas.microsoft.com/office/drawing/2014/main" id="{732BFEAE-F537-489F-92CF-ED933E737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314950"/>
            <a:ext cx="428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00" b="0">
                <a:solidFill>
                  <a:srgbClr val="526087"/>
                </a:solidFill>
                <a:latin typeface="Host Grotesk"/>
                <a:ea typeface="Host Grotesk"/>
                <a:cs typeface="Host Grotesk"/>
              </a:defRPr>
            </a:pPr>
            <a:r>
              <a:rPr sz="1200" b="0">
                <a:solidFill>
                  <a:srgbClr val="526087"/>
                </a:solidFill>
                <a:latin typeface="Host Grotesk"/>
                <a:ea typeface="Host Grotesk"/>
                <a:cs typeface="Host Grotesk"/>
              </a:rPr>
              <a:t>Monitoring Nilai: Pre, Post, Remedial 1, Remedial 2, dan Nilai Akhir</a:t>
            </a:r>
          </a:p>
        </p:txBody>
      </p:sp>
    </p:spTree>
    <p:extLst>
      <p:ext uri="{BB962C8B-B14F-4D97-AF65-F5344CB8AC3E}">
        <p14:creationId xmlns:p14="http://schemas.microsoft.com/office/powerpoint/2010/main" val="155274423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op-rule-8">
            <a:extLst xmlns:a="http://schemas.openxmlformats.org/drawingml/2006/main">
              <a:ext uri="{FF2B5EF4-FFF2-40B4-BE49-F238E27FC236}">
                <a16:creationId xmlns:a16="http://schemas.microsoft.com/office/drawing/2014/main" id="{4E4775C8-938A-478B-B8B2-8581542BC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8">
            <a:extLst xmlns:a="http://schemas.openxmlformats.org/drawingml/2006/main">
              <a:ext uri="{FF2B5EF4-FFF2-40B4-BE49-F238E27FC236}">
                <a16:creationId xmlns:a16="http://schemas.microsoft.com/office/drawing/2014/main" id="{7CFA8367-D8CB-4343-8165-86C90E89F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90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2348E8"/>
                </a:solidFill>
                <a:latin typeface="Red Hat Mono SemiBold"/>
                <a:ea typeface="Red Hat Mono SemiBold"/>
                <a:cs typeface="Red Hat Mono SemiBold"/>
              </a:defRPr>
            </a:pPr>
            <a:r>
              <a:rPr sz="1275" b="0">
                <a:solidFill>
                  <a:srgbClr val="2348E8"/>
                </a:solidFill>
                <a:latin typeface="Red Hat Mono SemiBold"/>
                <a:ea typeface="Red Hat Mono SemiBold"/>
                <a:cs typeface="Red Hat Mono SemiBold"/>
              </a:rPr>
              <a:t>AKUNTABILITAS &amp; PENJAMINAN MUTU</a:t>
            </a:r>
          </a:p>
        </p:txBody>
      </p:sp>
      <p:sp>
        <p:nvSpPr>
          <p:cNvPr id="3" name="title-8">
            <a:extLst xmlns:a="http://schemas.openxmlformats.org/drawingml/2006/main">
              <a:ext uri="{FF2B5EF4-FFF2-40B4-BE49-F238E27FC236}">
                <a16:creationId xmlns:a16="http://schemas.microsoft.com/office/drawing/2014/main" id="{3C9CB4C0-4398-462F-9DF3-F7F30A6A3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47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3225" b="0">
                <a:solidFill>
                  <a:srgbClr val="071B4A"/>
                </a:solidFill>
                <a:latin typeface="Sofia Sans Extra Condensed Black"/>
                <a:ea typeface="Sofia Sans Extra Condensed Black"/>
                <a:cs typeface="Sofia Sans Extra Condensed Black"/>
              </a:defRPr>
            </a:pPr>
            <a:r>
              <a:rPr sz="3225" b="0">
                <a:solidFill>
                  <a:srgbClr val="071B4A"/>
                </a:solidFill>
                <a:latin typeface="Sofia Sans Extra Condensed Black"/>
                <a:ea typeface="Sofia Sans Extra Condensed Black"/>
                <a:cs typeface="Sofia Sans Extra Condensed Black"/>
              </a:rPr>
              <a:t>EVALUASI DAN KOREKSI NILAI TETAP TERDOKUMENTASI</a:t>
            </a:r>
          </a:p>
        </p:txBody>
      </p:sp>
      <p:sp>
        <p:nvSpPr>
          <p:cNvPr id="4" name="title-accent-8">
            <a:extLst xmlns:a="http://schemas.openxmlformats.org/drawingml/2006/main">
              <a:ext uri="{FF2B5EF4-FFF2-40B4-BE49-F238E27FC236}">
                <a16:creationId xmlns:a16="http://schemas.microsoft.com/office/drawing/2014/main" id="{FF345806-6020-497F-B033-62D617C96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838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8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age-8">
            <a:extLst xmlns:a="http://schemas.openxmlformats.org/drawingml/2006/main">
              <a:ext uri="{FF2B5EF4-FFF2-40B4-BE49-F238E27FC236}">
                <a16:creationId xmlns:a16="http://schemas.microsoft.com/office/drawing/2014/main" id="{2E2CA4F4-48C0-482C-A9DE-21DC057D7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1125" b="0">
                <a:solidFill>
                  <a:srgbClr val="526087"/>
                </a:solidFill>
                <a:latin typeface="Red Hat Mono SemiBold"/>
                <a:ea typeface="Red Hat Mono SemiBold"/>
                <a:cs typeface="Red Hat Mono SemiBold"/>
              </a:defRPr>
            </a:pPr>
            <a:r>
              <a:rPr sz="1125" b="0">
                <a:solidFill>
                  <a:srgbClr val="526087"/>
                </a:solidFill>
                <a:latin typeface="Red Hat Mono SemiBold"/>
                <a:ea typeface="Red Hat Mono SemiBold"/>
                <a:cs typeface="Red Hat Mono SemiBold"/>
              </a:rPr>
              <a:t>08</a:t>
            </a:r>
          </a:p>
        </p:txBody>
      </p:sp>
      <p:sp>
        <p:nvSpPr>
          <p:cNvPr id="6" name="quality-num">
            <a:extLst xmlns:a="http://schemas.openxmlformats.org/drawingml/2006/main">
              <a:ext uri="{FF2B5EF4-FFF2-40B4-BE49-F238E27FC236}">
                <a16:creationId xmlns:a16="http://schemas.microsoft.com/office/drawing/2014/main" id="{5040DCB9-1DF2-465A-B5BF-9CFEEB65B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0">
                <a:solidFill>
                  <a:srgbClr val="2348E8"/>
                </a:solidFill>
                <a:latin typeface="Red Hat Mono SemiBold"/>
                <a:ea typeface="Red Hat Mono SemiBold"/>
                <a:cs typeface="Red Hat Mono SemiBold"/>
              </a:defRPr>
            </a:pPr>
            <a:r>
              <a:rPr sz="1350" b="0">
                <a:solidFill>
                  <a:srgbClr val="2348E8"/>
                </a:solidFill>
                <a:latin typeface="Red Hat Mono SemiBold"/>
                <a:ea typeface="Red Hat Mono SemiBold"/>
                <a:cs typeface="Red Hat Mono SemiBold"/>
              </a:rPr>
              <a:t>01</a:t>
            </a:r>
          </a:p>
        </p:txBody>
      </p:sp>
      <p:sp>
        <p:nvSpPr>
          <p:cNvPr id="7" name="quality-title">
            <a:extLst xmlns:a="http://schemas.openxmlformats.org/drawingml/2006/main">
              <a:ext uri="{FF2B5EF4-FFF2-40B4-BE49-F238E27FC236}">
                <a16:creationId xmlns:a16="http://schemas.microsoft.com/office/drawing/2014/main" id="{A2DE672D-E5C0-4478-B23E-88A031E68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95550"/>
            <a:ext cx="2781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0">
                <a:solidFill>
                  <a:srgbClr val="071B4A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1650" b="0">
                <a:solidFill>
                  <a:srgbClr val="071B4A"/>
                </a:solidFill>
                <a:latin typeface="Host Grotesk Bold"/>
                <a:ea typeface="Host Grotesk Bold"/>
                <a:cs typeface="Host Grotesk Bold"/>
              </a:rPr>
              <a:t>Evaluasi &amp; Monitoring Respons</a:t>
            </a:r>
          </a:p>
        </p:txBody>
      </p:sp>
      <p:sp>
        <p:nvSpPr>
          <p:cNvPr id="8" name="quality-copy">
            <a:extLst xmlns:a="http://schemas.openxmlformats.org/drawingml/2006/main">
              <a:ext uri="{FF2B5EF4-FFF2-40B4-BE49-F238E27FC236}">
                <a16:creationId xmlns:a16="http://schemas.microsoft.com/office/drawing/2014/main" id="{273B8E55-CFE2-4D47-A378-BF0EA39A3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76600"/>
            <a:ext cx="278130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26087"/>
                </a:solidFill>
                <a:latin typeface="Host Grotesk"/>
                <a:ea typeface="Host Grotesk"/>
                <a:cs typeface="Host Grotesk"/>
              </a:defRPr>
            </a:pPr>
            <a:r>
              <a:rPr sz="1350" b="0">
                <a:solidFill>
                  <a:srgbClr val="526087"/>
                </a:solidFill>
                <a:latin typeface="Host Grotesk"/>
                <a:ea typeface="Host Grotesk"/>
                <a:cs typeface="Host Grotesk"/>
              </a:rPr>
              <a:t>Buat template dan jadwal evaluasi instruktur, kurikulum, serta fasilitas. Pantau respons peserta secara transparan sebelum sertifikat diterbitkan.</a:t>
            </a:r>
          </a:p>
        </p:txBody>
      </p:sp>
      <p:sp>
        <p:nvSpPr>
          <p:cNvPr id="9" name="quality-divider">
            <a:extLst xmlns:a="http://schemas.openxmlformats.org/drawingml/2006/main">
              <a:ext uri="{FF2B5EF4-FFF2-40B4-BE49-F238E27FC236}">
                <a16:creationId xmlns:a16="http://schemas.microsoft.com/office/drawing/2014/main" id="{A350C4EE-8C2A-417E-8B1A-F7F3940AC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095500"/>
            <a:ext cx="19050" cy="2933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audit-num">
            <a:extLst xmlns:a="http://schemas.openxmlformats.org/drawingml/2006/main">
              <a:ext uri="{FF2B5EF4-FFF2-40B4-BE49-F238E27FC236}">
                <a16:creationId xmlns:a16="http://schemas.microsoft.com/office/drawing/2014/main" id="{9885932F-03E9-4C2C-9BE1-FB30915CB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0955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0">
                <a:solidFill>
                  <a:srgbClr val="2348E8"/>
                </a:solidFill>
                <a:latin typeface="Red Hat Mono SemiBold"/>
                <a:ea typeface="Red Hat Mono SemiBold"/>
                <a:cs typeface="Red Hat Mono SemiBold"/>
              </a:defRPr>
            </a:pPr>
            <a:r>
              <a:rPr sz="1350" b="0">
                <a:solidFill>
                  <a:srgbClr val="2348E8"/>
                </a:solidFill>
                <a:latin typeface="Red Hat Mono SemiBold"/>
                <a:ea typeface="Red Hat Mono SemiBold"/>
                <a:cs typeface="Red Hat Mono SemiBold"/>
              </a:rPr>
              <a:t>02</a:t>
            </a:r>
          </a:p>
        </p:txBody>
      </p:sp>
      <p:sp>
        <p:nvSpPr>
          <p:cNvPr id="11" name="audit-title">
            <a:extLst xmlns:a="http://schemas.openxmlformats.org/drawingml/2006/main">
              <a:ext uri="{FF2B5EF4-FFF2-40B4-BE49-F238E27FC236}">
                <a16:creationId xmlns:a16="http://schemas.microsoft.com/office/drawing/2014/main" id="{813C1087-33E8-4C35-B10A-86ABB12D6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495550"/>
            <a:ext cx="2781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0">
                <a:solidFill>
                  <a:srgbClr val="071B4A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1650" b="0">
                <a:solidFill>
                  <a:srgbClr val="071B4A"/>
                </a:solidFill>
                <a:latin typeface="Host Grotesk Bold"/>
                <a:ea typeface="Host Grotesk Bold"/>
                <a:cs typeface="Host Grotesk Bold"/>
              </a:rPr>
              <a:t>Koreksi Nilai &amp; Audit Log</a:t>
            </a:r>
          </a:p>
        </p:txBody>
      </p:sp>
      <p:sp>
        <p:nvSpPr>
          <p:cNvPr id="12" name="audit-copy">
            <a:extLst xmlns:a="http://schemas.openxmlformats.org/drawingml/2006/main">
              <a:ext uri="{FF2B5EF4-FFF2-40B4-BE49-F238E27FC236}">
                <a16:creationId xmlns:a16="http://schemas.microsoft.com/office/drawing/2014/main" id="{B33CABFE-16DF-48EC-A18C-881E85C88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276600"/>
            <a:ext cx="27813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26087"/>
                </a:solidFill>
                <a:latin typeface="Host Grotesk"/>
                <a:ea typeface="Host Grotesk"/>
                <a:cs typeface="Host Grotesk"/>
              </a:defRPr>
            </a:pPr>
            <a:r>
              <a:rPr sz="1350" b="0">
                <a:solidFill>
                  <a:srgbClr val="526087"/>
                </a:solidFill>
                <a:latin typeface="Host Grotesk"/>
                <a:ea typeface="Host Grotesk"/>
                <a:cs typeface="Host Grotesk"/>
              </a:rPr>
              <a:t>Koreksi skor untuk force majeure atau ujian susulan dengan persetujuan pimpinan. Log tidak terhapus; tiap perubahan mencatat identitas editor, waktu, dan alasan.</a:t>
            </a:r>
          </a:p>
        </p:txBody>
      </p:sp>
      <p:sp>
        <p:nvSpPr>
          <p:cNvPr id="13" name="audit-shot-shadow">
            <a:extLst xmlns:a="http://schemas.openxmlformats.org/drawingml/2006/main">
              <a:ext uri="{FF2B5EF4-FFF2-40B4-BE49-F238E27FC236}">
                <a16:creationId xmlns:a16="http://schemas.microsoft.com/office/drawing/2014/main" id="{14A6FB0D-8EAC-414F-820D-129C76CA7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057400"/>
            <a:ext cx="4514850" cy="37338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DDE4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audit-shot-frame">
            <a:extLst xmlns:a="http://schemas.openxmlformats.org/drawingml/2006/main">
              <a:ext uri="{FF2B5EF4-FFF2-40B4-BE49-F238E27FC236}">
                <a16:creationId xmlns:a16="http://schemas.microsoft.com/office/drawing/2014/main" id="{B1FB4940-C37F-4B52-92C3-02D7E072E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962150"/>
            <a:ext cx="4514850" cy="37338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AD4F6"/>
            </a:solidFill>
            <a:prstDash val="solid"/>
          </a:ln>
        </p:spPr>
      </p:sp>
      <p:sp>
        <p:nvSpPr>
          <p:cNvPr id="15" name="audit-shot-toolbar">
            <a:extLst xmlns:a="http://schemas.openxmlformats.org/drawingml/2006/main">
              <a:ext uri="{FF2B5EF4-FFF2-40B4-BE49-F238E27FC236}">
                <a16:creationId xmlns:a16="http://schemas.microsoft.com/office/drawing/2014/main" id="{596D480F-B9A5-43F2-BA3D-07C5AC4C4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962150"/>
            <a:ext cx="4514850" cy="361950"/>
          </a:xfrm>
          <a:prstGeom xmlns:a="http://schemas.openxmlformats.org/drawingml/2006/main" prst="roundRect">
            <a:avLst>
              <a:gd name="adj" fmla="val 36842"/>
            </a:avLst>
          </a:prstGeom>
          <a:solidFill xmlns:a="http://schemas.openxmlformats.org/drawingml/2006/main">
            <a:srgbClr val="071B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audit-shot-dot-0">
            <a:extLst xmlns:a="http://schemas.openxmlformats.org/drawingml/2006/main">
              <a:ext uri="{FF2B5EF4-FFF2-40B4-BE49-F238E27FC236}">
                <a16:creationId xmlns:a16="http://schemas.microsoft.com/office/drawing/2014/main" id="{193BFFDA-AE15-4BAE-9F8E-F2575C591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85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47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audit-shot-dot-1">
            <a:extLst xmlns:a="http://schemas.openxmlformats.org/drawingml/2006/main">
              <a:ext uri="{FF2B5EF4-FFF2-40B4-BE49-F238E27FC236}">
                <a16:creationId xmlns:a16="http://schemas.microsoft.com/office/drawing/2014/main" id="{A88F08AB-3A8D-4C04-A333-6341B043E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085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E8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audit-shot-dot-2">
            <a:extLst xmlns:a="http://schemas.openxmlformats.org/drawingml/2006/main">
              <a:ext uri="{FF2B5EF4-FFF2-40B4-BE49-F238E27FC236}">
                <a16:creationId xmlns:a16="http://schemas.microsoft.com/office/drawing/2014/main" id="{C58B57A9-6373-417E-9AAC-A73FB6E4B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085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8B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audit-shot-drop-zone">
            <a:extLst xmlns:a="http://schemas.openxmlformats.org/drawingml/2006/main">
              <a:ext uri="{FF2B5EF4-FFF2-40B4-BE49-F238E27FC236}">
                <a16:creationId xmlns:a16="http://schemas.microsoft.com/office/drawing/2014/main" id="{1B0229FC-284D-44CC-8D2B-7818D3EE4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495550"/>
            <a:ext cx="4171950" cy="24765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EDF1FF"/>
          </a:solidFill>
          <a:ln xmlns:a="http://schemas.openxmlformats.org/drawingml/2006/main" w="11430">
            <a:solidFill>
              <a:srgbClr val="CAD4F6"/>
            </a:solidFill>
            <a:prstDash val="solid"/>
          </a:ln>
        </p:spPr>
      </p:sp>
      <p:sp>
        <p:nvSpPr>
          <p:cNvPr id="20" name="audit-shot-label">
            <a:extLst xmlns:a="http://schemas.openxmlformats.org/drawingml/2006/main">
              <a:ext uri="{FF2B5EF4-FFF2-40B4-BE49-F238E27FC236}">
                <a16:creationId xmlns:a16="http://schemas.microsoft.com/office/drawing/2014/main" id="{36E6828F-918C-4D75-9444-97829AAC4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380994"/>
            <a:ext cx="3638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800" b="0">
                <a:solidFill>
                  <a:srgbClr val="071B4A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1800" b="0">
                <a:solidFill>
                  <a:srgbClr val="071B4A"/>
                </a:solidFill>
                <a:latin typeface="Host Grotesk Bold"/>
                <a:ea typeface="Host Grotesk Bold"/>
                <a:cs typeface="Host Grotesk Bold"/>
              </a:rPr>
              <a:t>[Masukkan Screenshot Sistem]</a:t>
            </a:r>
          </a:p>
        </p:txBody>
      </p:sp>
      <p:sp>
        <p:nvSpPr>
          <p:cNvPr id="21" name="audit-shot-caption">
            <a:extLst xmlns:a="http://schemas.openxmlformats.org/drawingml/2006/main">
              <a:ext uri="{FF2B5EF4-FFF2-40B4-BE49-F238E27FC236}">
                <a16:creationId xmlns:a16="http://schemas.microsoft.com/office/drawing/2014/main" id="{D992EE07-339B-4C96-A7FC-7D8434ACE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105400"/>
            <a:ext cx="3981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00" b="0">
                <a:solidFill>
                  <a:srgbClr val="526087"/>
                </a:solidFill>
                <a:latin typeface="Host Grotesk"/>
                <a:ea typeface="Host Grotesk"/>
                <a:cs typeface="Host Grotesk"/>
              </a:defRPr>
            </a:pPr>
            <a:r>
              <a:rPr sz="1200" b="0">
                <a:solidFill>
                  <a:srgbClr val="526087"/>
                </a:solidFill>
                <a:latin typeface="Host Grotesk"/>
                <a:ea typeface="Host Grotesk"/>
                <a:cs typeface="Host Grotesk"/>
              </a:rPr>
              <a:t>Tampilan Kuesioner &amp; Modal Audit Log Koreksi Nilai</a:t>
            </a:r>
          </a:p>
        </p:txBody>
      </p:sp>
      <p:sp>
        <p:nvSpPr>
          <p:cNvPr id="22" name="audit-shot-note">
            <a:extLst xmlns:a="http://schemas.openxmlformats.org/drawingml/2006/main">
              <a:ext uri="{FF2B5EF4-FFF2-40B4-BE49-F238E27FC236}">
                <a16:creationId xmlns:a16="http://schemas.microsoft.com/office/drawing/2014/main" id="{5AFAC751-1A09-4185-B7A4-98FFAF612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5829300"/>
            <a:ext cx="4514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975" b="0">
                <a:solidFill>
                  <a:srgbClr val="526087"/>
                </a:solidFill>
                <a:latin typeface="Host Grotesk"/>
                <a:ea typeface="Host Grotesk"/>
                <a:cs typeface="Host Grotesk"/>
              </a:defRPr>
            </a:pPr>
            <a:r>
              <a:rPr sz="975" b="0">
                <a:solidFill>
                  <a:srgbClr val="526087"/>
                </a:solidFill>
                <a:latin typeface="Host Grotesk"/>
                <a:ea typeface="Host Grotesk"/>
                <a:cs typeface="Host Grotesk"/>
              </a:rPr>
              <a:t>[Catatan: Tambahkan screenshot Evaluasi atau modal koreksi nilai; hapus catatan setelah selesai.]</a:t>
            </a:r>
          </a:p>
        </p:txBody>
      </p:sp>
    </p:spTree>
    <p:extLst>
      <p:ext uri="{BB962C8B-B14F-4D97-AF65-F5344CB8AC3E}">
        <p14:creationId xmlns:p14="http://schemas.microsoft.com/office/powerpoint/2010/main" val="64888462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top-rule-9">
            <a:extLst xmlns:a="http://schemas.openxmlformats.org/drawingml/2006/main">
              <a:ext uri="{FF2B5EF4-FFF2-40B4-BE49-F238E27FC236}">
                <a16:creationId xmlns:a16="http://schemas.microsoft.com/office/drawing/2014/main" id="{60D110A6-A916-441A-8622-8C21DC1C8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9">
            <a:extLst xmlns:a="http://schemas.openxmlformats.org/drawingml/2006/main">
              <a:ext uri="{FF2B5EF4-FFF2-40B4-BE49-F238E27FC236}">
                <a16:creationId xmlns:a16="http://schemas.microsoft.com/office/drawing/2014/main" id="{3B6487B4-9097-4D44-BB9A-687780F14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90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2348E8"/>
                </a:solidFill>
                <a:latin typeface="Red Hat Mono SemiBold"/>
                <a:ea typeface="Red Hat Mono SemiBold"/>
                <a:cs typeface="Red Hat Mono SemiBold"/>
              </a:defRPr>
            </a:pPr>
            <a:r>
              <a:rPr sz="1275" b="0">
                <a:solidFill>
                  <a:srgbClr val="2348E8"/>
                </a:solidFill>
                <a:latin typeface="Red Hat Mono SemiBold"/>
                <a:ea typeface="Red Hat Mono SemiBold"/>
                <a:cs typeface="Red Hat Mono SemiBold"/>
              </a:rPr>
              <a:t>OUTPUT DOKUMEN</a:t>
            </a:r>
          </a:p>
        </p:txBody>
      </p:sp>
      <p:sp>
        <p:nvSpPr>
          <p:cNvPr id="3" name="title-9">
            <a:extLst xmlns:a="http://schemas.openxmlformats.org/drawingml/2006/main">
              <a:ext uri="{FF2B5EF4-FFF2-40B4-BE49-F238E27FC236}">
                <a16:creationId xmlns:a16="http://schemas.microsoft.com/office/drawing/2014/main" id="{42BD10AC-BB99-4818-81F3-D28BD63D0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47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3150" b="0">
                <a:solidFill>
                  <a:srgbClr val="071B4A"/>
                </a:solidFill>
                <a:latin typeface="Sofia Sans Extra Condensed Black"/>
                <a:ea typeface="Sofia Sans Extra Condensed Black"/>
                <a:cs typeface="Sofia Sans Extra Condensed Black"/>
              </a:defRPr>
            </a:pPr>
            <a:r>
              <a:rPr sz="3150" b="0">
                <a:solidFill>
                  <a:srgbClr val="071B4A"/>
                </a:solidFill>
                <a:latin typeface="Sofia Sans Extra Condensed Black"/>
                <a:ea typeface="Sofia Sans Extra Condensed Black"/>
                <a:cs typeface="Sofia Sans Extra Condensed Black"/>
              </a:rPr>
              <a:t>SERTIFIKAT DAN SURAT KETERANGAN TERBIT LEBIH KONSISTEN</a:t>
            </a:r>
          </a:p>
        </p:txBody>
      </p:sp>
      <p:sp>
        <p:nvSpPr>
          <p:cNvPr id="4" name="title-accent-9">
            <a:extLst xmlns:a="http://schemas.openxmlformats.org/drawingml/2006/main">
              <a:ext uri="{FF2B5EF4-FFF2-40B4-BE49-F238E27FC236}">
                <a16:creationId xmlns:a16="http://schemas.microsoft.com/office/drawing/2014/main" id="{43D8104A-28F8-4C5A-84AB-C1887DC55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838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8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age-9">
            <a:extLst xmlns:a="http://schemas.openxmlformats.org/drawingml/2006/main">
              <a:ext uri="{FF2B5EF4-FFF2-40B4-BE49-F238E27FC236}">
                <a16:creationId xmlns:a16="http://schemas.microsoft.com/office/drawing/2014/main" id="{EEC87E88-1F51-418E-BE91-6F310F9C7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1125" b="0">
                <a:solidFill>
                  <a:srgbClr val="526087"/>
                </a:solidFill>
                <a:latin typeface="Red Hat Mono SemiBold"/>
                <a:ea typeface="Red Hat Mono SemiBold"/>
                <a:cs typeface="Red Hat Mono SemiBold"/>
              </a:defRPr>
            </a:pPr>
            <a:r>
              <a:rPr sz="1125" b="0">
                <a:solidFill>
                  <a:srgbClr val="526087"/>
                </a:solidFill>
                <a:latin typeface="Red Hat Mono SemiBold"/>
                <a:ea typeface="Red Hat Mono SemiBold"/>
                <a:cs typeface="Red Hat Mono SemiBold"/>
              </a:rPr>
              <a:t>09</a:t>
            </a:r>
          </a:p>
        </p:txBody>
      </p:sp>
      <p:sp>
        <p:nvSpPr>
          <p:cNvPr id="6" name="doc-marker-0">
            <a:extLst xmlns:a="http://schemas.openxmlformats.org/drawingml/2006/main">
              <a:ext uri="{FF2B5EF4-FFF2-40B4-BE49-F238E27FC236}">
                <a16:creationId xmlns:a16="http://schemas.microsoft.com/office/drawing/2014/main" id="{F79A6B61-D306-40AA-AD08-06E14D89A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114300" cy="3619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234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doc-item-0">
            <a:extLst xmlns:a="http://schemas.openxmlformats.org/drawingml/2006/main">
              <a:ext uri="{FF2B5EF4-FFF2-40B4-BE49-F238E27FC236}">
                <a16:creationId xmlns:a16="http://schemas.microsoft.com/office/drawing/2014/main" id="{8A5EBD83-A598-42A8-B420-01A35593E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5391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425" b="0">
                <a:solidFill>
                  <a:srgbClr val="071B4A"/>
                </a:solidFill>
                <a:latin typeface="Host Grotesk"/>
                <a:ea typeface="Host Grotesk"/>
                <a:cs typeface="Host Grotesk"/>
              </a:defRPr>
            </a:pPr>
            <a:r>
              <a:rPr sz="1425" b="0">
                <a:solidFill>
                  <a:srgbClr val="071B4A"/>
                </a:solidFill>
                <a:latin typeface="Host Grotesk"/>
                <a:ea typeface="Host Grotesk"/>
                <a:cs typeface="Host Grotesk"/>
              </a:rPr>
              <a:t>Generate sertifikat dan surat keterangan.</a:t>
            </a:r>
          </a:p>
        </p:txBody>
      </p:sp>
      <p:sp>
        <p:nvSpPr>
          <p:cNvPr id="8" name="doc-marker-1">
            <a:extLst xmlns:a="http://schemas.openxmlformats.org/drawingml/2006/main">
              <a:ext uri="{FF2B5EF4-FFF2-40B4-BE49-F238E27FC236}">
                <a16:creationId xmlns:a16="http://schemas.microsoft.com/office/drawing/2014/main" id="{66C0FC83-48F5-4C1A-87AB-D77B60A66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0350"/>
            <a:ext cx="114300" cy="3619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234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doc-item-1">
            <a:extLst xmlns:a="http://schemas.openxmlformats.org/drawingml/2006/main">
              <a:ext uri="{FF2B5EF4-FFF2-40B4-BE49-F238E27FC236}">
                <a16:creationId xmlns:a16="http://schemas.microsoft.com/office/drawing/2014/main" id="{7DBDF474-7899-443C-A12E-745203CF2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62250"/>
            <a:ext cx="5391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425" b="0">
                <a:solidFill>
                  <a:srgbClr val="071B4A"/>
                </a:solidFill>
                <a:latin typeface="Host Grotesk"/>
                <a:ea typeface="Host Grotesk"/>
                <a:cs typeface="Host Grotesk"/>
              </a:defRPr>
            </a:pPr>
            <a:r>
              <a:rPr sz="1425" b="0">
                <a:solidFill>
                  <a:srgbClr val="071B4A"/>
                </a:solidFill>
                <a:latin typeface="Host Grotesk"/>
                <a:ea typeface="Host Grotesk"/>
                <a:cs typeface="Host Grotesk"/>
              </a:rPr>
              <a:t>Nama peserta ditulis dalam huruf kapital.</a:t>
            </a:r>
          </a:p>
        </p:txBody>
      </p:sp>
      <p:sp>
        <p:nvSpPr>
          <p:cNvPr id="10" name="doc-marker-2">
            <a:extLst xmlns:a="http://schemas.openxmlformats.org/drawingml/2006/main">
              <a:ext uri="{FF2B5EF4-FFF2-40B4-BE49-F238E27FC236}">
                <a16:creationId xmlns:a16="http://schemas.microsoft.com/office/drawing/2014/main" id="{56BC2BB3-772D-4204-912A-07B6D140B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86150"/>
            <a:ext cx="114300" cy="3619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234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doc-item-2">
            <a:extLst xmlns:a="http://schemas.openxmlformats.org/drawingml/2006/main">
              <a:ext uri="{FF2B5EF4-FFF2-40B4-BE49-F238E27FC236}">
                <a16:creationId xmlns:a16="http://schemas.microsoft.com/office/drawing/2014/main" id="{0DE74173-C620-4E69-B74D-89689FF63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48050"/>
            <a:ext cx="5391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425" b="0">
                <a:solidFill>
                  <a:srgbClr val="071B4A"/>
                </a:solidFill>
                <a:latin typeface="Host Grotesk"/>
                <a:ea typeface="Host Grotesk"/>
                <a:cs typeface="Host Grotesk"/>
              </a:defRPr>
            </a:pPr>
            <a:r>
              <a:rPr sz="1425" b="0">
                <a:solidFill>
                  <a:srgbClr val="071B4A"/>
                </a:solidFill>
                <a:latin typeface="Host Grotesk"/>
                <a:ea typeface="Host Grotesk"/>
                <a:cs typeface="Host Grotesk"/>
              </a:rPr>
              <a:t>Tanggal penerbitan mengikuti tanggal terakhir pelatihan.</a:t>
            </a:r>
          </a:p>
        </p:txBody>
      </p:sp>
      <p:sp>
        <p:nvSpPr>
          <p:cNvPr id="12" name="doc-marker-3">
            <a:extLst xmlns:a="http://schemas.openxmlformats.org/drawingml/2006/main">
              <a:ext uri="{FF2B5EF4-FFF2-40B4-BE49-F238E27FC236}">
                <a16:creationId xmlns:a16="http://schemas.microsoft.com/office/drawing/2014/main" id="{C2C7D5FD-459F-42A7-8DEB-B2DBB5984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1950"/>
            <a:ext cx="114300" cy="3619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234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doc-item-3">
            <a:extLst xmlns:a="http://schemas.openxmlformats.org/drawingml/2006/main">
              <a:ext uri="{FF2B5EF4-FFF2-40B4-BE49-F238E27FC236}">
                <a16:creationId xmlns:a16="http://schemas.microsoft.com/office/drawing/2014/main" id="{1DB396C0-345F-4CF7-A5C8-6271863B2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33850"/>
            <a:ext cx="5391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425" b="0">
                <a:solidFill>
                  <a:srgbClr val="071B4A"/>
                </a:solidFill>
                <a:latin typeface="Host Grotesk"/>
                <a:ea typeface="Host Grotesk"/>
                <a:cs typeface="Host Grotesk"/>
              </a:defRPr>
            </a:pPr>
            <a:r>
              <a:rPr sz="1425" b="0">
                <a:solidFill>
                  <a:srgbClr val="071B4A"/>
                </a:solidFill>
                <a:latin typeface="Host Grotesk"/>
                <a:ea typeface="Host Grotesk"/>
                <a:cs typeface="Host Grotesk"/>
              </a:rPr>
              <a:t>Tampilkan unit kompetensi dan kode unit kompetensi.</a:t>
            </a:r>
          </a:p>
        </p:txBody>
      </p:sp>
      <p:sp>
        <p:nvSpPr>
          <p:cNvPr id="14" name="doc-marker-4">
            <a:extLst xmlns:a="http://schemas.openxmlformats.org/drawingml/2006/main">
              <a:ext uri="{FF2B5EF4-FFF2-40B4-BE49-F238E27FC236}">
                <a16:creationId xmlns:a16="http://schemas.microsoft.com/office/drawing/2014/main" id="{CDE679B3-004A-460E-B8EE-30F87D773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114300" cy="3619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FE8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doc-item-4">
            <a:extLst xmlns:a="http://schemas.openxmlformats.org/drawingml/2006/main">
              <a:ext uri="{FF2B5EF4-FFF2-40B4-BE49-F238E27FC236}">
                <a16:creationId xmlns:a16="http://schemas.microsoft.com/office/drawing/2014/main" id="{F21D4ABE-89D3-4877-B1E1-951889BE2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19650"/>
            <a:ext cx="5391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425" b="0">
                <a:solidFill>
                  <a:srgbClr val="071B4A"/>
                </a:solidFill>
                <a:latin typeface="Host Grotesk"/>
                <a:ea typeface="Host Grotesk"/>
                <a:cs typeface="Host Grotesk"/>
              </a:defRPr>
            </a:pPr>
            <a:r>
              <a:rPr sz="1425" b="0">
                <a:solidFill>
                  <a:srgbClr val="071B4A"/>
                </a:solidFill>
                <a:latin typeface="Host Grotesk"/>
                <a:ea typeface="Host Grotesk"/>
                <a:cs typeface="Host Grotesk"/>
              </a:rPr>
              <a:t>Nomor sertifikat dan surat diterapkan otomatis secara berurutan.</a:t>
            </a:r>
          </a:p>
        </p:txBody>
      </p:sp>
      <p:sp>
        <p:nvSpPr>
          <p:cNvPr id="16" name="doc-note">
            <a:extLst xmlns:a="http://schemas.openxmlformats.org/drawingml/2006/main">
              <a:ext uri="{FF2B5EF4-FFF2-40B4-BE49-F238E27FC236}">
                <a16:creationId xmlns:a16="http://schemas.microsoft.com/office/drawing/2014/main" id="{60F652A2-765D-4723-9DFB-FA8D2C0EB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657850"/>
            <a:ext cx="5391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050" b="0">
                <a:solidFill>
                  <a:srgbClr val="526087"/>
                </a:solidFill>
                <a:latin typeface="Host Grotesk"/>
                <a:ea typeface="Host Grotesk"/>
                <a:cs typeface="Host Grotesk"/>
              </a:defRPr>
            </a:pPr>
            <a:r>
              <a:rPr sz="1050" b="0">
                <a:solidFill>
                  <a:srgbClr val="526087"/>
                </a:solidFill>
                <a:latin typeface="Host Grotesk"/>
                <a:ea typeface="Host Grotesk"/>
                <a:cs typeface="Host Grotesk"/>
              </a:rPr>
              <a:t>[Catatan: Tambahkan contoh desain sertifikat atau surat; hapus catatan setelah selesai.]</a:t>
            </a:r>
          </a:p>
        </p:txBody>
      </p:sp>
      <p:sp>
        <p:nvSpPr>
          <p:cNvPr id="17" name="document-shot-shadow">
            <a:extLst xmlns:a="http://schemas.openxmlformats.org/drawingml/2006/main">
              <a:ext uri="{FF2B5EF4-FFF2-40B4-BE49-F238E27FC236}">
                <a16:creationId xmlns:a16="http://schemas.microsoft.com/office/drawing/2014/main" id="{B15C7365-4E54-49D5-A7A3-3E08D8886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057400"/>
            <a:ext cx="4819650" cy="4038600"/>
          </a:xfrm>
          <a:prstGeom xmlns:a="http://schemas.openxmlformats.org/drawingml/2006/main" prst="roundRect">
            <a:avLst>
              <a:gd name="adj" fmla="val 3302"/>
            </a:avLst>
          </a:prstGeom>
          <a:solidFill xmlns:a="http://schemas.openxmlformats.org/drawingml/2006/main">
            <a:srgbClr val="DDE4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document-shot-frame">
            <a:extLst xmlns:a="http://schemas.openxmlformats.org/drawingml/2006/main">
              <a:ext uri="{FF2B5EF4-FFF2-40B4-BE49-F238E27FC236}">
                <a16:creationId xmlns:a16="http://schemas.microsoft.com/office/drawing/2014/main" id="{9EDD4CE4-0489-493A-9E9E-63CE4F989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962150"/>
            <a:ext cx="4819650" cy="4038600"/>
          </a:xfrm>
          <a:prstGeom xmlns:a="http://schemas.openxmlformats.org/drawingml/2006/main" prst="roundRect">
            <a:avLst>
              <a:gd name="adj" fmla="val 3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AD4F6"/>
            </a:solidFill>
            <a:prstDash val="solid"/>
          </a:ln>
        </p:spPr>
      </p:sp>
      <p:sp>
        <p:nvSpPr>
          <p:cNvPr id="19" name="document-shot-toolbar">
            <a:extLst xmlns:a="http://schemas.openxmlformats.org/drawingml/2006/main">
              <a:ext uri="{FF2B5EF4-FFF2-40B4-BE49-F238E27FC236}">
                <a16:creationId xmlns:a16="http://schemas.microsoft.com/office/drawing/2014/main" id="{4BCAF567-0BD4-4EE8-B8C0-F48961949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962150"/>
            <a:ext cx="4819650" cy="361950"/>
          </a:xfrm>
          <a:prstGeom xmlns:a="http://schemas.openxmlformats.org/drawingml/2006/main" prst="roundRect">
            <a:avLst>
              <a:gd name="adj" fmla="val 36842"/>
            </a:avLst>
          </a:prstGeom>
          <a:solidFill xmlns:a="http://schemas.openxmlformats.org/drawingml/2006/main">
            <a:srgbClr val="071B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document-shot-dot-0">
            <a:extLst xmlns:a="http://schemas.openxmlformats.org/drawingml/2006/main">
              <a:ext uri="{FF2B5EF4-FFF2-40B4-BE49-F238E27FC236}">
                <a16:creationId xmlns:a16="http://schemas.microsoft.com/office/drawing/2014/main" id="{C64CC40A-7430-48D7-AA84-561FABBCF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085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47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document-shot-dot-1">
            <a:extLst xmlns:a="http://schemas.openxmlformats.org/drawingml/2006/main">
              <a:ext uri="{FF2B5EF4-FFF2-40B4-BE49-F238E27FC236}">
                <a16:creationId xmlns:a16="http://schemas.microsoft.com/office/drawing/2014/main" id="{6478F578-7C62-4F82-9194-4F7A98CBD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085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E8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document-shot-dot-2">
            <a:extLst xmlns:a="http://schemas.openxmlformats.org/drawingml/2006/main">
              <a:ext uri="{FF2B5EF4-FFF2-40B4-BE49-F238E27FC236}">
                <a16:creationId xmlns:a16="http://schemas.microsoft.com/office/drawing/2014/main" id="{E1C74BB6-421B-4075-9642-8B4D8D8CE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085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8B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document-shot-drop-zone">
            <a:extLst xmlns:a="http://schemas.openxmlformats.org/drawingml/2006/main">
              <a:ext uri="{FF2B5EF4-FFF2-40B4-BE49-F238E27FC236}">
                <a16:creationId xmlns:a16="http://schemas.microsoft.com/office/drawing/2014/main" id="{875AD9C5-0AB6-4AA3-8DBB-86FD39010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495550"/>
            <a:ext cx="4476750" cy="2781300"/>
          </a:xfrm>
          <a:prstGeom xmlns:a="http://schemas.openxmlformats.org/drawingml/2006/main" prst="roundRect">
            <a:avLst>
              <a:gd name="adj" fmla="val 3425"/>
            </a:avLst>
          </a:prstGeom>
          <a:solidFill xmlns:a="http://schemas.openxmlformats.org/drawingml/2006/main">
            <a:srgbClr val="EDF1FF"/>
          </a:solidFill>
          <a:ln xmlns:a="http://schemas.openxmlformats.org/drawingml/2006/main" w="11430">
            <a:solidFill>
              <a:srgbClr val="CAD4F6"/>
            </a:solidFill>
            <a:prstDash val="solid"/>
          </a:ln>
        </p:spPr>
      </p:sp>
      <p:sp>
        <p:nvSpPr>
          <p:cNvPr id="24" name="document-shot-label">
            <a:extLst xmlns:a="http://schemas.openxmlformats.org/drawingml/2006/main">
              <a:ext uri="{FF2B5EF4-FFF2-40B4-BE49-F238E27FC236}">
                <a16:creationId xmlns:a16="http://schemas.microsoft.com/office/drawing/2014/main" id="{B5FA8E8F-88D2-4387-A55A-B582148CB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496818"/>
            <a:ext cx="39433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800" b="0">
                <a:solidFill>
                  <a:srgbClr val="071B4A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1800" b="0">
                <a:solidFill>
                  <a:srgbClr val="071B4A"/>
                </a:solidFill>
                <a:latin typeface="Host Grotesk Bold"/>
                <a:ea typeface="Host Grotesk Bold"/>
                <a:cs typeface="Host Grotesk Bold"/>
              </a:rPr>
              <a:t>[Masukkan Screenshot Sistem]</a:t>
            </a:r>
          </a:p>
        </p:txBody>
      </p:sp>
      <p:sp>
        <p:nvSpPr>
          <p:cNvPr id="25" name="document-shot-caption">
            <a:extLst xmlns:a="http://schemas.openxmlformats.org/drawingml/2006/main">
              <a:ext uri="{FF2B5EF4-FFF2-40B4-BE49-F238E27FC236}">
                <a16:creationId xmlns:a16="http://schemas.microsoft.com/office/drawing/2014/main" id="{3D8AFE01-B47D-4DD5-A362-1E68BF06E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410200"/>
            <a:ext cx="428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00" b="0">
                <a:solidFill>
                  <a:srgbClr val="526087"/>
                </a:solidFill>
                <a:latin typeface="Host Grotesk"/>
                <a:ea typeface="Host Grotesk"/>
                <a:cs typeface="Host Grotesk"/>
              </a:defRPr>
            </a:pPr>
            <a:r>
              <a:rPr sz="1200" b="0">
                <a:solidFill>
                  <a:srgbClr val="526087"/>
                </a:solidFill>
                <a:latin typeface="Host Grotesk"/>
                <a:ea typeface="Host Grotesk"/>
                <a:cs typeface="Host Grotesk"/>
              </a:rPr>
              <a:t>Preview Cetak Sertifikat &amp; Surat Keterangan Resmi</a:t>
            </a:r>
          </a:p>
        </p:txBody>
      </p:sp>
    </p:spTree>
    <p:extLst>
      <p:ext uri="{BB962C8B-B14F-4D97-AF65-F5344CB8AC3E}">
        <p14:creationId xmlns:p14="http://schemas.microsoft.com/office/powerpoint/2010/main" val="116963545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2348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section-10">
            <a:extLst xmlns:a="http://schemas.openxmlformats.org/drawingml/2006/main">
              <a:ext uri="{FF2B5EF4-FFF2-40B4-BE49-F238E27FC236}">
                <a16:creationId xmlns:a16="http://schemas.microsoft.com/office/drawing/2014/main" id="{7008CB6E-4487-4CED-AC88-1C5717E13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90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FFE83D"/>
                </a:solidFill>
                <a:latin typeface="Red Hat Mono SemiBold"/>
                <a:ea typeface="Red Hat Mono SemiBold"/>
                <a:cs typeface="Red Hat Mono SemiBold"/>
              </a:defRPr>
            </a:pPr>
            <a:r>
              <a:rPr sz="1275" b="0">
                <a:solidFill>
                  <a:srgbClr val="FFE83D"/>
                </a:solidFill>
                <a:latin typeface="Red Hat Mono SemiBold"/>
                <a:ea typeface="Red Hat Mono SemiBold"/>
                <a:cs typeface="Red Hat Mono SemiBold"/>
              </a:rPr>
              <a:t>KESIMPULAN &amp; DAMPAK</a:t>
            </a:r>
          </a:p>
        </p:txBody>
      </p:sp>
      <p:sp>
        <p:nvSpPr>
          <p:cNvPr id="2" name="title-10">
            <a:extLst xmlns:a="http://schemas.openxmlformats.org/drawingml/2006/main">
              <a:ext uri="{FF2B5EF4-FFF2-40B4-BE49-F238E27FC236}">
                <a16:creationId xmlns:a16="http://schemas.microsoft.com/office/drawing/2014/main" id="{2F123F03-AF56-4B18-A83F-52CAE6AFE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47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3225" b="0">
                <a:solidFill>
                  <a:srgbClr val="FFFFFF"/>
                </a:solidFill>
                <a:latin typeface="Sofia Sans Extra Condensed Black"/>
                <a:ea typeface="Sofia Sans Extra Condensed Black"/>
                <a:cs typeface="Sofia Sans Extra Condensed Black"/>
              </a:defRPr>
            </a:pPr>
            <a:r>
              <a:rPr sz="3225" b="0">
                <a:solidFill>
                  <a:srgbClr val="FFFFFF"/>
                </a:solidFill>
                <a:latin typeface="Sofia Sans Extra Condensed Black"/>
                <a:ea typeface="Sofia Sans Extra Condensed Black"/>
                <a:cs typeface="Sofia Sans Extra Condensed Black"/>
              </a:rPr>
              <a:t>LEBIH EFISIEN, AKURAT, TRANSPARAN, DAN TERDOKUMENTASI</a:t>
            </a:r>
          </a:p>
        </p:txBody>
      </p:sp>
      <p:sp>
        <p:nvSpPr>
          <p:cNvPr id="3" name="title-accent-10">
            <a:extLst xmlns:a="http://schemas.openxmlformats.org/drawingml/2006/main">
              <a:ext uri="{FF2B5EF4-FFF2-40B4-BE49-F238E27FC236}">
                <a16:creationId xmlns:a16="http://schemas.microsoft.com/office/drawing/2014/main" id="{E547A715-7195-4CD0-97A0-29B8E905F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838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8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10">
            <a:extLst xmlns:a="http://schemas.openxmlformats.org/drawingml/2006/main">
              <a:ext uri="{FF2B5EF4-FFF2-40B4-BE49-F238E27FC236}">
                <a16:creationId xmlns:a16="http://schemas.microsoft.com/office/drawing/2014/main" id="{7741A650-337E-4621-86E0-574341D64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1125" b="0">
                <a:solidFill>
                  <a:srgbClr val="FFFFFF"/>
                </a:solidFill>
                <a:latin typeface="Red Hat Mono SemiBold"/>
                <a:ea typeface="Red Hat Mono SemiBold"/>
                <a:cs typeface="Red Hat Mono SemiBold"/>
              </a:defRPr>
            </a:pPr>
            <a:r>
              <a:rPr sz="1125" b="0">
                <a:solidFill>
                  <a:srgbClr val="FFFFFF"/>
                </a:solidFill>
                <a:latin typeface="Red Hat Mono SemiBold"/>
                <a:ea typeface="Red Hat Mono SemiBold"/>
                <a:cs typeface="Red Hat Mono SemiBold"/>
              </a:rPr>
              <a:t>10</a:t>
            </a:r>
          </a:p>
        </p:txBody>
      </p:sp>
      <p:sp>
        <p:nvSpPr>
          <p:cNvPr id="5" name="impact-num-0">
            <a:extLst xmlns:a="http://schemas.openxmlformats.org/drawingml/2006/main">
              <a:ext uri="{FF2B5EF4-FFF2-40B4-BE49-F238E27FC236}">
                <a16:creationId xmlns:a16="http://schemas.microsoft.com/office/drawing/2014/main" id="{B5F83133-84E2-4FCE-87AC-4A5640E9C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FFE83D"/>
                </a:solidFill>
                <a:latin typeface="Red Hat Mono SemiBold"/>
                <a:ea typeface="Red Hat Mono SemiBold"/>
                <a:cs typeface="Red Hat Mono SemiBold"/>
              </a:defRPr>
            </a:pPr>
            <a:r>
              <a:rPr sz="1275" b="0">
                <a:solidFill>
                  <a:srgbClr val="FFE83D"/>
                </a:solidFill>
                <a:latin typeface="Red Hat Mono SemiBold"/>
                <a:ea typeface="Red Hat Mono SemiBold"/>
                <a:cs typeface="Red Hat Mono SemiBold"/>
              </a:rPr>
              <a:t>01</a:t>
            </a:r>
          </a:p>
        </p:txBody>
      </p:sp>
      <p:sp>
        <p:nvSpPr>
          <p:cNvPr id="6" name="impact-title-0">
            <a:extLst xmlns:a="http://schemas.openxmlformats.org/drawingml/2006/main">
              <a:ext uri="{FF2B5EF4-FFF2-40B4-BE49-F238E27FC236}">
                <a16:creationId xmlns:a16="http://schemas.microsoft.com/office/drawing/2014/main" id="{91A36F94-E0BA-4FB8-BAA4-BC3E49FDB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2400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0">
                <a:solidFill>
                  <a:srgbClr val="FFFFFF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1800" b="0">
                <a:solidFill>
                  <a:srgbClr val="FFFFFF"/>
                </a:solidFill>
                <a:latin typeface="Host Grotesk Bold"/>
                <a:ea typeface="Host Grotesk Bold"/>
                <a:cs typeface="Host Grotesk Bold"/>
              </a:rPr>
              <a:t>Efisien</a:t>
            </a:r>
          </a:p>
        </p:txBody>
      </p:sp>
      <p:sp>
        <p:nvSpPr>
          <p:cNvPr id="7" name="impact-copy-0">
            <a:extLst xmlns:a="http://schemas.openxmlformats.org/drawingml/2006/main">
              <a:ext uri="{FF2B5EF4-FFF2-40B4-BE49-F238E27FC236}">
                <a16:creationId xmlns:a16="http://schemas.microsoft.com/office/drawing/2014/main" id="{A00028C4-F01A-4B06-B4D4-8888840CC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24003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FFFFFF"/>
                </a:solidFill>
                <a:latin typeface="Host Grotesk"/>
                <a:ea typeface="Host Grotesk"/>
                <a:cs typeface="Host Grotesk"/>
              </a:defRPr>
            </a:pPr>
            <a:r>
              <a:rPr sz="1425" b="0">
                <a:solidFill>
                  <a:srgbClr val="FFFFFF"/>
                </a:solidFill>
                <a:latin typeface="Host Grotesk"/>
                <a:ea typeface="Host Grotesk"/>
                <a:cs typeface="Host Grotesk"/>
              </a:rPr>
              <a:t>Proses administrasi lebih cepat.</a:t>
            </a:r>
          </a:p>
        </p:txBody>
      </p:sp>
      <p:sp>
        <p:nvSpPr>
          <p:cNvPr id="8" name="impact-divider-0">
            <a:extLst xmlns:a="http://schemas.openxmlformats.org/drawingml/2006/main">
              <a:ext uri="{FF2B5EF4-FFF2-40B4-BE49-F238E27FC236}">
                <a16:creationId xmlns:a16="http://schemas.microsoft.com/office/drawing/2014/main" id="{64E503F6-7A89-4E71-87A0-0E46C5CC9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076450"/>
            <a:ext cx="9525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069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impact-num-1">
            <a:extLst xmlns:a="http://schemas.openxmlformats.org/drawingml/2006/main">
              <a:ext uri="{FF2B5EF4-FFF2-40B4-BE49-F238E27FC236}">
                <a16:creationId xmlns:a16="http://schemas.microsoft.com/office/drawing/2014/main" id="{5BABCFC4-8B7C-4124-8503-AC9FD7992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0764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FFE83D"/>
                </a:solidFill>
                <a:latin typeface="Red Hat Mono SemiBold"/>
                <a:ea typeface="Red Hat Mono SemiBold"/>
                <a:cs typeface="Red Hat Mono SemiBold"/>
              </a:defRPr>
            </a:pPr>
            <a:r>
              <a:rPr sz="1275" b="0">
                <a:solidFill>
                  <a:srgbClr val="FFE83D"/>
                </a:solidFill>
                <a:latin typeface="Red Hat Mono SemiBold"/>
                <a:ea typeface="Red Hat Mono SemiBold"/>
                <a:cs typeface="Red Hat Mono SemiBold"/>
              </a:rPr>
              <a:t>02</a:t>
            </a:r>
          </a:p>
        </p:txBody>
      </p:sp>
      <p:sp>
        <p:nvSpPr>
          <p:cNvPr id="10" name="impact-title-1">
            <a:extLst xmlns:a="http://schemas.openxmlformats.org/drawingml/2006/main">
              <a:ext uri="{FF2B5EF4-FFF2-40B4-BE49-F238E27FC236}">
                <a16:creationId xmlns:a16="http://schemas.microsoft.com/office/drawing/2014/main" id="{8ECFA426-5876-49BC-B5BE-B341D4AD8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552700"/>
            <a:ext cx="2400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0">
                <a:solidFill>
                  <a:srgbClr val="FFFFFF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1800" b="0">
                <a:solidFill>
                  <a:srgbClr val="FFFFFF"/>
                </a:solidFill>
                <a:latin typeface="Host Grotesk Bold"/>
                <a:ea typeface="Host Grotesk Bold"/>
                <a:cs typeface="Host Grotesk Bold"/>
              </a:rPr>
              <a:t>Akurat</a:t>
            </a:r>
          </a:p>
        </p:txBody>
      </p:sp>
      <p:sp>
        <p:nvSpPr>
          <p:cNvPr id="11" name="impact-copy-1">
            <a:extLst xmlns:a="http://schemas.openxmlformats.org/drawingml/2006/main">
              <a:ext uri="{FF2B5EF4-FFF2-40B4-BE49-F238E27FC236}">
                <a16:creationId xmlns:a16="http://schemas.microsoft.com/office/drawing/2014/main" id="{F004674D-4092-49E6-8928-3862D8DB2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143250"/>
            <a:ext cx="24003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FFFFFF"/>
                </a:solidFill>
                <a:latin typeface="Host Grotesk"/>
                <a:ea typeface="Host Grotesk"/>
                <a:cs typeface="Host Grotesk"/>
              </a:defRPr>
            </a:pPr>
            <a:r>
              <a:rPr sz="1425" b="0">
                <a:solidFill>
                  <a:srgbClr val="FFFFFF"/>
                </a:solidFill>
                <a:latin typeface="Host Grotesk"/>
                <a:ea typeface="Host Grotesk"/>
                <a:cs typeface="Host Grotesk"/>
              </a:rPr>
              <a:t>Nilai dan status peserta terukur.</a:t>
            </a:r>
          </a:p>
        </p:txBody>
      </p:sp>
      <p:sp>
        <p:nvSpPr>
          <p:cNvPr id="12" name="impact-divider-1">
            <a:extLst xmlns:a="http://schemas.openxmlformats.org/drawingml/2006/main">
              <a:ext uri="{FF2B5EF4-FFF2-40B4-BE49-F238E27FC236}">
                <a16:creationId xmlns:a16="http://schemas.microsoft.com/office/drawing/2014/main" id="{B54024CF-6C01-449F-BCD8-F737397FC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076450"/>
            <a:ext cx="9525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069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impact-num-2">
            <a:extLst xmlns:a="http://schemas.openxmlformats.org/drawingml/2006/main">
              <a:ext uri="{FF2B5EF4-FFF2-40B4-BE49-F238E27FC236}">
                <a16:creationId xmlns:a16="http://schemas.microsoft.com/office/drawing/2014/main" id="{5D9FF9E2-D93E-4443-BA46-54554C546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0764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FFE83D"/>
                </a:solidFill>
                <a:latin typeface="Red Hat Mono SemiBold"/>
                <a:ea typeface="Red Hat Mono SemiBold"/>
                <a:cs typeface="Red Hat Mono SemiBold"/>
              </a:defRPr>
            </a:pPr>
            <a:r>
              <a:rPr sz="1275" b="0">
                <a:solidFill>
                  <a:srgbClr val="FFE83D"/>
                </a:solidFill>
                <a:latin typeface="Red Hat Mono SemiBold"/>
                <a:ea typeface="Red Hat Mono SemiBold"/>
                <a:cs typeface="Red Hat Mono SemiBold"/>
              </a:rPr>
              <a:t>03</a:t>
            </a:r>
          </a:p>
        </p:txBody>
      </p:sp>
      <p:sp>
        <p:nvSpPr>
          <p:cNvPr id="14" name="impact-title-2">
            <a:extLst xmlns:a="http://schemas.openxmlformats.org/drawingml/2006/main">
              <a:ext uri="{FF2B5EF4-FFF2-40B4-BE49-F238E27FC236}">
                <a16:creationId xmlns:a16="http://schemas.microsoft.com/office/drawing/2014/main" id="{5F89DBD9-B044-4382-A635-1F587A0B3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552700"/>
            <a:ext cx="2400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0">
                <a:solidFill>
                  <a:srgbClr val="FFFFFF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1800" b="0">
                <a:solidFill>
                  <a:srgbClr val="FFFFFF"/>
                </a:solidFill>
                <a:latin typeface="Host Grotesk Bold"/>
                <a:ea typeface="Host Grotesk Bold"/>
                <a:cs typeface="Host Grotesk Bold"/>
              </a:rPr>
              <a:t>Transparan</a:t>
            </a:r>
          </a:p>
        </p:txBody>
      </p:sp>
      <p:sp>
        <p:nvSpPr>
          <p:cNvPr id="15" name="impact-copy-2">
            <a:extLst xmlns:a="http://schemas.openxmlformats.org/drawingml/2006/main">
              <a:ext uri="{FF2B5EF4-FFF2-40B4-BE49-F238E27FC236}">
                <a16:creationId xmlns:a16="http://schemas.microsoft.com/office/drawing/2014/main" id="{1A72385A-6A60-422C-A0FF-92C53E0DE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143250"/>
            <a:ext cx="24003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FFFFFF"/>
                </a:solidFill>
                <a:latin typeface="Host Grotesk"/>
                <a:ea typeface="Host Grotesk"/>
                <a:cs typeface="Host Grotesk"/>
              </a:defRPr>
            </a:pPr>
            <a:r>
              <a:rPr sz="1425" b="0">
                <a:solidFill>
                  <a:srgbClr val="FFFFFF"/>
                </a:solidFill>
                <a:latin typeface="Host Grotesk"/>
                <a:ea typeface="Host Grotesk"/>
                <a:cs typeface="Host Grotesk"/>
              </a:rPr>
              <a:t>Progres peserta mudah dipantau.</a:t>
            </a:r>
          </a:p>
        </p:txBody>
      </p:sp>
      <p:sp>
        <p:nvSpPr>
          <p:cNvPr id="16" name="impact-divider-2">
            <a:extLst xmlns:a="http://schemas.openxmlformats.org/drawingml/2006/main">
              <a:ext uri="{FF2B5EF4-FFF2-40B4-BE49-F238E27FC236}">
                <a16:creationId xmlns:a16="http://schemas.microsoft.com/office/drawing/2014/main" id="{A713E1A4-9979-4FAD-BF91-2BC901CFC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076450"/>
            <a:ext cx="9525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069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impact-num-3">
            <a:extLst xmlns:a="http://schemas.openxmlformats.org/drawingml/2006/main">
              <a:ext uri="{FF2B5EF4-FFF2-40B4-BE49-F238E27FC236}">
                <a16:creationId xmlns:a16="http://schemas.microsoft.com/office/drawing/2014/main" id="{F12962A4-6B10-4395-A257-3852D1257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0764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FFE83D"/>
                </a:solidFill>
                <a:latin typeface="Red Hat Mono SemiBold"/>
                <a:ea typeface="Red Hat Mono SemiBold"/>
                <a:cs typeface="Red Hat Mono SemiBold"/>
              </a:defRPr>
            </a:pPr>
            <a:r>
              <a:rPr sz="1275" b="0">
                <a:solidFill>
                  <a:srgbClr val="FFE83D"/>
                </a:solidFill>
                <a:latin typeface="Red Hat Mono SemiBold"/>
                <a:ea typeface="Red Hat Mono SemiBold"/>
                <a:cs typeface="Red Hat Mono SemiBold"/>
              </a:rPr>
              <a:t>04</a:t>
            </a:r>
          </a:p>
        </p:txBody>
      </p:sp>
      <p:sp>
        <p:nvSpPr>
          <p:cNvPr id="18" name="impact-title-3">
            <a:extLst xmlns:a="http://schemas.openxmlformats.org/drawingml/2006/main">
              <a:ext uri="{FF2B5EF4-FFF2-40B4-BE49-F238E27FC236}">
                <a16:creationId xmlns:a16="http://schemas.microsoft.com/office/drawing/2014/main" id="{51BE8A10-B756-4109-A44F-0945769CE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552700"/>
            <a:ext cx="2400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0">
                <a:solidFill>
                  <a:srgbClr val="FFFFFF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1800" b="0">
                <a:solidFill>
                  <a:srgbClr val="FFFFFF"/>
                </a:solidFill>
                <a:latin typeface="Host Grotesk Bold"/>
                <a:ea typeface="Host Grotesk Bold"/>
                <a:cs typeface="Host Grotesk Bold"/>
              </a:rPr>
              <a:t>Terdokumentasi</a:t>
            </a:r>
          </a:p>
        </p:txBody>
      </p:sp>
      <p:sp>
        <p:nvSpPr>
          <p:cNvPr id="19" name="impact-copy-3">
            <a:extLst xmlns:a="http://schemas.openxmlformats.org/drawingml/2006/main">
              <a:ext uri="{FF2B5EF4-FFF2-40B4-BE49-F238E27FC236}">
                <a16:creationId xmlns:a16="http://schemas.microsoft.com/office/drawing/2014/main" id="{CC4507E6-4BA7-4A96-9602-521F7B4EB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143250"/>
            <a:ext cx="24003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FFFFFF"/>
                </a:solidFill>
                <a:latin typeface="Host Grotesk"/>
                <a:ea typeface="Host Grotesk"/>
                <a:cs typeface="Host Grotesk"/>
              </a:defRPr>
            </a:pPr>
            <a:r>
              <a:rPr sz="1425" b="0">
                <a:solidFill>
                  <a:srgbClr val="FFFFFF"/>
                </a:solidFill>
                <a:latin typeface="Host Grotesk"/>
                <a:ea typeface="Host Grotesk"/>
                <a:cs typeface="Host Grotesk"/>
              </a:rPr>
              <a:t>Hasil, evaluasi, sertifikat, dan surat tersimpan rapi.</a:t>
            </a:r>
          </a:p>
        </p:txBody>
      </p:sp>
      <p:sp>
        <p:nvSpPr>
          <p:cNvPr id="20" name="closing-surface">
            <a:extLst xmlns:a="http://schemas.openxmlformats.org/drawingml/2006/main">
              <a:ext uri="{FF2B5EF4-FFF2-40B4-BE49-F238E27FC236}">
                <a16:creationId xmlns:a16="http://schemas.microsoft.com/office/drawing/2014/main" id="{7A09C517-C009-49FE-A767-C3DF72084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86300"/>
            <a:ext cx="10972800" cy="12954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071B4A"/>
          </a:solidFill>
          <a:ln xmlns:a="http://schemas.openxmlformats.org/drawingml/2006/main" w="9525">
            <a:solidFill>
              <a:srgbClr val="5069D7"/>
            </a:solidFill>
            <a:prstDash val="solid"/>
          </a:ln>
        </p:spPr>
      </p:sp>
      <p:sp>
        <p:nvSpPr>
          <p:cNvPr id="21" name="closing-copy">
            <a:extLst xmlns:a="http://schemas.openxmlformats.org/drawingml/2006/main">
              <a:ext uri="{FF2B5EF4-FFF2-40B4-BE49-F238E27FC236}">
                <a16:creationId xmlns:a16="http://schemas.microsoft.com/office/drawing/2014/main" id="{173826CF-B629-4693-98B1-58207DFF9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53000"/>
            <a:ext cx="10439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0">
                <a:solidFill>
                  <a:srgbClr val="FFFFFF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1575" b="0">
                <a:solidFill>
                  <a:srgbClr val="FFFFFF"/>
                </a:solidFill>
                <a:latin typeface="Host Grotesk Bold"/>
                <a:ea typeface="Host Grotesk Bold"/>
                <a:cs typeface="Host Grotesk Bold"/>
              </a:rPr>
              <a:t>Sistem Tes Pelatihan BDI Medan mendukung pelaksanaan pelatihan yang terstruktur, objektif, terdokumentasi, dan siap dikembangkan.</a:t>
            </a:r>
          </a:p>
        </p:txBody>
      </p:sp>
      <p:sp>
        <p:nvSpPr>
          <p:cNvPr id="22" name="closing-note">
            <a:extLst xmlns:a="http://schemas.openxmlformats.org/drawingml/2006/main">
              <a:ext uri="{FF2B5EF4-FFF2-40B4-BE49-F238E27FC236}">
                <a16:creationId xmlns:a16="http://schemas.microsoft.com/office/drawing/2014/main" id="{0D19B3FD-0EC7-4856-A70B-68DC85F06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62600"/>
            <a:ext cx="10439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050" b="0">
                <a:solidFill>
                  <a:srgbClr val="CAD4F6"/>
                </a:solidFill>
                <a:latin typeface="Host Grotesk"/>
                <a:ea typeface="Host Grotesk"/>
                <a:cs typeface="Host Grotesk"/>
              </a:defRPr>
            </a:pPr>
            <a:r>
              <a:rPr sz="1050" b="0">
                <a:solidFill>
                  <a:srgbClr val="CAD4F6"/>
                </a:solidFill>
                <a:latin typeface="Host Grotesk"/>
                <a:ea typeface="Host Grotesk"/>
                <a:cs typeface="Host Grotesk"/>
              </a:rPr>
              <a:t>[Catatan: Tambahkan logo, nama narahubung, email, atau nomor kontak; hapus catatan setelah selesai.]</a:t>
            </a:r>
          </a:p>
        </p:txBody>
      </p:sp>
    </p:spTree>
    <p:extLst>
      <p:ext uri="{BB962C8B-B14F-4D97-AF65-F5344CB8AC3E}">
        <p14:creationId xmlns:p14="http://schemas.microsoft.com/office/powerpoint/2010/main" val="133736584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2026-10-08T07:54:21.2390000Z</dcterms:created>
  <dcterms:modified xsi:type="dcterms:W3CDTF">2026-10-08T07:54:21.2390000Z</dcterms:modified>
</coreProperties>
</file>