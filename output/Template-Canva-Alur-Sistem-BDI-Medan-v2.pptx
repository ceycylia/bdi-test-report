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6af1a9288c4ca7" /><Relationship Type="http://schemas.openxmlformats.org/officeDocument/2006/relationships/extended-properties" Target="/docProps/app.xml" Id="R5fe8a805e31d457e" /><Relationship Type="http://schemas.openxmlformats.org/officeDocument/2006/relationships/officeDocument" Target="/ppt/presentation.xml" Id="Ra13912f3f82b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210fec9d8448bb"/>
  </p:sldMasterIdLst>
  <p:notesMasterIdLst>
    <p:notesMasterId xmlns:r="http://schemas.openxmlformats.org/officeDocument/2006/relationships" r:id="R150430096d374b91"/>
  </p:notesMasterIdLst>
  <p:sldIdLst>
    <p:sldId xmlns:r="http://schemas.openxmlformats.org/officeDocument/2006/relationships" id="256" r:id="R40dfc9cef1244fbb"/>
    <p:sldId xmlns:r="http://schemas.openxmlformats.org/officeDocument/2006/relationships" id="257" r:id="Rb641c2e88195476c"/>
    <p:sldId xmlns:r="http://schemas.openxmlformats.org/officeDocument/2006/relationships" id="258" r:id="R3f1da394c1ee4620"/>
    <p:sldId xmlns:r="http://schemas.openxmlformats.org/officeDocument/2006/relationships" id="259" r:id="R7bd753b9e11b42f0"/>
    <p:sldId xmlns:r="http://schemas.openxmlformats.org/officeDocument/2006/relationships" id="260" r:id="Ra4da9361dbbf4fee"/>
    <p:sldId xmlns:r="http://schemas.openxmlformats.org/officeDocument/2006/relationships" id="261" r:id="Rf151bd34e4ad4c1c"/>
    <p:sldId xmlns:r="http://schemas.openxmlformats.org/officeDocument/2006/relationships" id="262" r:id="R2012831a48e44129"/>
    <p:sldId xmlns:r="http://schemas.openxmlformats.org/officeDocument/2006/relationships" id="263" r:id="Rf5785f5813e044e3"/>
    <p:sldId xmlns:r="http://schemas.openxmlformats.org/officeDocument/2006/relationships" id="264" r:id="R672a974738c84630"/>
    <p:sldId xmlns:r="http://schemas.openxmlformats.org/officeDocument/2006/relationships" id="265" r:id="R36026182b9ad45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b2072ea4b14036" /><Relationship Type="http://schemas.openxmlformats.org/officeDocument/2006/relationships/slideMaster" Target="/ppt/slideMasters/slideMaster1.xml" Id="Rf1210fec9d8448bb" /><Relationship Type="http://schemas.openxmlformats.org/officeDocument/2006/relationships/notesMaster" Target="/ppt/notesMasters/notesMaster1.xml" Id="R150430096d374b91" /><Relationship Type="http://schemas.openxmlformats.org/officeDocument/2006/relationships/presProps" Target="/ppt/presProps.xml" Id="R919d29448bc34aba" /><Relationship Type="http://schemas.openxmlformats.org/officeDocument/2006/relationships/tableStyles" Target="/ppt/tableStyles.xml" Id="Rc3a49f51381f46dc" /><Relationship Type="http://schemas.openxmlformats.org/officeDocument/2006/relationships/slide" Target="/ppt/slides/slide1.xml" Id="R40dfc9cef1244fbb" /><Relationship Type="http://schemas.openxmlformats.org/officeDocument/2006/relationships/slide" Target="/ppt/slides/slide2.xml" Id="Rb641c2e88195476c" /><Relationship Type="http://schemas.openxmlformats.org/officeDocument/2006/relationships/slide" Target="/ppt/slides/slide3.xml" Id="R3f1da394c1ee4620" /><Relationship Type="http://schemas.openxmlformats.org/officeDocument/2006/relationships/slide" Target="/ppt/slides/slide4.xml" Id="R7bd753b9e11b42f0" /><Relationship Type="http://schemas.openxmlformats.org/officeDocument/2006/relationships/slide" Target="/ppt/slides/slide5.xml" Id="Ra4da9361dbbf4fee" /><Relationship Type="http://schemas.openxmlformats.org/officeDocument/2006/relationships/slide" Target="/ppt/slides/slide6.xml" Id="Rf151bd34e4ad4c1c" /><Relationship Type="http://schemas.openxmlformats.org/officeDocument/2006/relationships/slide" Target="/ppt/slides/slide7.xml" Id="R2012831a48e44129" /><Relationship Type="http://schemas.openxmlformats.org/officeDocument/2006/relationships/slide" Target="/ppt/slides/slide8.xml" Id="Rf5785f5813e044e3" /><Relationship Type="http://schemas.openxmlformats.org/officeDocument/2006/relationships/slide" Target="/ppt/slides/slide9.xml" Id="R672a974738c84630" /><Relationship Type="http://schemas.openxmlformats.org/officeDocument/2006/relationships/slide" Target="/ppt/slides/slide10.xml" Id="R36026182b9ad45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c3d6238ac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b6088956254409" /><Relationship Type="http://schemas.openxmlformats.org/officeDocument/2006/relationships/notesMaster" Target="/ppt/notesMasters/notesMaster1.xml" Id="Rb99dba55f956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58f89292404685" /><Relationship Type="http://schemas.openxmlformats.org/officeDocument/2006/relationships/notesMaster" Target="/ppt/notesMasters/notesMaster1.xml" Id="R7e27255b2178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80008544cf4a4b" /><Relationship Type="http://schemas.openxmlformats.org/officeDocument/2006/relationships/notesMaster" Target="/ppt/notesMasters/notesMaster1.xml" Id="Ra2385bd3493149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5eb352bb3e4104" /><Relationship Type="http://schemas.openxmlformats.org/officeDocument/2006/relationships/notesMaster" Target="/ppt/notesMasters/notesMaster1.xml" Id="R4cb16577c360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febf82123e4d3a" /><Relationship Type="http://schemas.openxmlformats.org/officeDocument/2006/relationships/notesMaster" Target="/ppt/notesMasters/notesMaster1.xml" Id="R8ed85173c8dd40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3614ec432455c" /><Relationship Type="http://schemas.openxmlformats.org/officeDocument/2006/relationships/notesMaster" Target="/ppt/notesMasters/notesMaster1.xml" Id="Rc7fdba15200c47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b977a3ac6d4715" /><Relationship Type="http://schemas.openxmlformats.org/officeDocument/2006/relationships/notesMaster" Target="/ppt/notesMasters/notesMaster1.xml" Id="Rde171687185b43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13d0e7017d4b63" /><Relationship Type="http://schemas.openxmlformats.org/officeDocument/2006/relationships/notesMaster" Target="/ppt/notesMasters/notesMaster1.xml" Id="Rbc08dde4137547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a9cab48f484857" /><Relationship Type="http://schemas.openxmlformats.org/officeDocument/2006/relationships/notesMaster" Target="/ppt/notesMasters/notesMaster1.xml" Id="Re9f91cd600ef4b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3ebc65ae2c4473" /><Relationship Type="http://schemas.openxmlformats.org/officeDocument/2006/relationships/notesMaster" Target="/ppt/notesMasters/notesMaster1.xml" Id="Rc912ddac177745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sampul. Ganti nama sistem, subjudul, logo, dan foto utama. Elemen tetap editable setelah file diunggah ke Canva.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Ringkasan sistem. Gunakan tujuh tahap ini sebagai kerangka cerita. Ubah nama tahap jika alur sistem berbeda.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program. Isi tiga kelompok informasi inti dan masukkan satu screenshot utama. Hindari menampilkan data pribadi.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peserta. Anonimkan nama, NIK, nomor telepon, dan data pribadi pada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bank soal. Empat blok dapat diganti dengan fitur sistem lain. Pertahankan urutan dari pengelompokan hingga pratinjau.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tes peserta. Ubah lima label langkah jika alurnya berbeda. Gunakan satu screenshot lebar agar detail tetap terbaca.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nilai. Ganti aturan contoh pada tabel dengan ketentuan resmi sistem. Diagram dan tabel tetap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evaluasi. Gunakan dua panel untuk membedakan penjaminan mutu dan kontrol perubahan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dokumen. Masukkan contoh yang sudah dianonimkan. Pastikan nomor dokumen dan tanda tangan tidak menampilkan data sensitif.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penutup. Ringkas empat dampak utama, tambahkan satu kalimat penutup, lalu isi narahubung.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7576d120d45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c2c896af34468" /><Relationship Type="http://schemas.openxmlformats.org/officeDocument/2006/relationships/slideLayout" Target="/ppt/slideLayouts/slideLayout1.xml" Id="Reead2587edfd46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ad2587edfd46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a6c10baac49cd" /><Relationship Type="http://schemas.openxmlformats.org/officeDocument/2006/relationships/image" Target="/ppt/media/image.jpeg" Id="R6222d01f3b904d0e" /><Relationship Type="http://schemas.openxmlformats.org/officeDocument/2006/relationships/notesSlide" Target="/ppt/notesSlides/notesSlide1.xml" Id="R7ea3319bf4aa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d780e25fb4808" /><Relationship Type="http://schemas.openxmlformats.org/officeDocument/2006/relationships/notesSlide" Target="/ppt/notesSlides/notesSlide2.xml" Id="R8232805ff58d4f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3ed4992c64a16" /><Relationship Type="http://schemas.openxmlformats.org/officeDocument/2006/relationships/notesSlide" Target="/ppt/notesSlides/notesSlide3.xml" Id="Reb6e43159ddc4b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4f86dd58d4f45" /><Relationship Type="http://schemas.openxmlformats.org/officeDocument/2006/relationships/notesSlide" Target="/ppt/notesSlides/notesSlide4.xml" Id="Rde9d37d9ab2045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1e6bd707849db" /><Relationship Type="http://schemas.openxmlformats.org/officeDocument/2006/relationships/notesSlide" Target="/ppt/notesSlides/notesSlide5.xml" Id="R4bd9587e86d74c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6447b56704196" /><Relationship Type="http://schemas.openxmlformats.org/officeDocument/2006/relationships/notesSlide" Target="/ppt/notesSlides/notesSlide6.xml" Id="R74988a70e5f44c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f95e6564c48b1" /><Relationship Type="http://schemas.openxmlformats.org/officeDocument/2006/relationships/notesSlide" Target="/ppt/notesSlides/notesSlide7.xml" Id="R09c0d57451744d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714981feb47a9" /><Relationship Type="http://schemas.openxmlformats.org/officeDocument/2006/relationships/notesSlide" Target="/ppt/notesSlides/notesSlide8.xml" Id="Rcb9818fabd0d49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75845c2d640fa" /><Relationship Type="http://schemas.openxmlformats.org/officeDocument/2006/relationships/notesSlide" Target="/ppt/notesSlides/notesSlide9.xml" Id="R09c4d2868b034e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c5e63b1c14234" /><Relationship Type="http://schemas.openxmlformats.org/officeDocument/2006/relationships/notesSlide" Target="/ppt/notesSlides/notesSlide10.xml" Id="Reafba7c9b458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3B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org">
            <a:extLst xmlns:a="http://schemas.openxmlformats.org/drawingml/2006/main">
              <a:ext uri="{FF2B5EF4-FFF2-40B4-BE49-F238E27FC236}">
                <a16:creationId xmlns:a16="http://schemas.microsoft.com/office/drawing/2014/main" id="{E80A7ADE-FFD2-475D-B834-B0B478E6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50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BALAI DIKLAT INDUSTRI MEDAN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589974-29AC-4485-9CB4-989A5361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SISTEM TES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PELATIHAN BDI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DDAE14D-57C0-4C4C-B9E4-7DDA3F7A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20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Digitalisasi pengelolaan pelatihan, tes, evaluasi, dan sertifikasi</a:t>
            </a:r>
          </a:p>
        </p:txBody>
      </p:sp>
      <p:sp>
        <p:nvSpPr>
          <p:cNvPr id="4" name="cover-template-tag">
            <a:extLst xmlns:a="http://schemas.openxmlformats.org/drawingml/2006/main">
              <a:ext uri="{FF2B5EF4-FFF2-40B4-BE49-F238E27FC236}">
                <a16:creationId xmlns:a16="http://schemas.microsoft.com/office/drawing/2014/main" id="{8473618C-0062-419C-A107-CAFCF66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7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TEMPLATE CANVA  •  GANTI TEKS DAN VISUAL SESUAI SISTEM</a:t>
            </a:r>
          </a:p>
        </p:txBody>
      </p:sp>
      <p:sp>
        <p:nvSpPr>
          <p:cNvPr id="5" name="cover-logo-surface">
            <a:extLst xmlns:a="http://schemas.openxmlformats.org/drawingml/2006/main">
              <a:ext uri="{FF2B5EF4-FFF2-40B4-BE49-F238E27FC236}">
                <a16:creationId xmlns:a16="http://schemas.microsoft.com/office/drawing/2014/main" id="{DA1AB645-DF8B-4108-9E92-C8DCA1F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76300"/>
            <a:ext cx="39624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2d01f3b904d0e"/>
          <a:stretch xmlns:a="http://schemas.openxmlformats.org/drawingml/2006/main"/>
        </p:blipFill>
        <p:spPr>
          <a:xfrm xmlns:a="http://schemas.openxmlformats.org/drawingml/2006/main">
            <a:off x="7931620" y="1028700"/>
            <a:ext cx="3186759" cy="952500"/>
          </a:xfrm>
          <a:prstGeom xmlns:a="http://schemas.openxmlformats.org/drawingml/2006/main" prst="rect">
            <a:avLst/>
          </a:prstGeom>
        </p:spPr>
      </p:pic>
      <p:sp>
        <p:nvSpPr>
          <p:cNvPr id="7" name="cover-hero-surface">
            <a:extLst xmlns:a="http://schemas.openxmlformats.org/drawingml/2006/main">
              <a:ext uri="{FF2B5EF4-FFF2-40B4-BE49-F238E27FC236}">
                <a16:creationId xmlns:a16="http://schemas.microsoft.com/office/drawing/2014/main" id="{AF487474-468F-40A6-BF49-A3AC1CB5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9624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A154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cover-hero-inner">
            <a:extLst xmlns:a="http://schemas.openxmlformats.org/drawingml/2006/main">
              <a:ext uri="{FF2B5EF4-FFF2-40B4-BE49-F238E27FC236}">
                <a16:creationId xmlns:a16="http://schemas.microsoft.com/office/drawing/2014/main" id="{28471005-55B7-4910-9D1E-A214BA92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3619500" cy="2800350"/>
          </a:xfrm>
          <a:prstGeom xmlns:a="http://schemas.openxmlformats.org/drawingml/2006/main" prst="roundRect">
            <a:avLst>
              <a:gd name="adj" fmla="val 2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cover-hero-tag">
            <a:extLst xmlns:a="http://schemas.openxmlformats.org/drawingml/2006/main">
              <a:ext uri="{FF2B5EF4-FFF2-40B4-BE49-F238E27FC236}">
                <a16:creationId xmlns:a16="http://schemas.microsoft.com/office/drawing/2014/main" id="{2FE5892E-2F79-4B9B-AF71-FF99A68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10" name="cover-hero-label">
            <a:extLst xmlns:a="http://schemas.openxmlformats.org/drawingml/2006/main">
              <a:ext uri="{FF2B5EF4-FFF2-40B4-BE49-F238E27FC236}">
                <a16:creationId xmlns:a16="http://schemas.microsoft.com/office/drawing/2014/main" id="{DD699191-2312-4067-BB5E-FA9A2E1B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5092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GANTI DENGAN FOTO UTAMA</a:t>
            </a:r>
          </a:p>
        </p:txBody>
      </p:sp>
      <p:sp>
        <p:nvSpPr>
          <p:cNvPr id="11" name="cover-hero-caption">
            <a:extLst xmlns:a="http://schemas.openxmlformats.org/drawingml/2006/main">
              <a:ext uri="{FF2B5EF4-FFF2-40B4-BE49-F238E27FC236}">
                <a16:creationId xmlns:a16="http://schemas.microsoft.com/office/drawing/2014/main" id="{0A14C464-B41D-4EFE-B995-27FECE9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243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Gunakan foto kegiatan atau tampilan sistem</a:t>
            </a:r>
          </a:p>
        </p:txBody>
      </p:sp>
      <p:sp>
        <p:nvSpPr>
          <p:cNvPr id="12" name="page-1">
            <a:extLst xmlns:a="http://schemas.openxmlformats.org/drawingml/2006/main">
              <a:ext uri="{FF2B5EF4-FFF2-40B4-BE49-F238E27FC236}">
                <a16:creationId xmlns:a16="http://schemas.microsoft.com/office/drawing/2014/main" id="{1A16943C-FEC0-4A62-B31F-CA6927CA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336323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2">
            <a:extLst xmlns:a="http://schemas.openxmlformats.org/drawingml/2006/main">
              <a:ext uri="{FF2B5EF4-FFF2-40B4-BE49-F238E27FC236}">
                <a16:creationId xmlns:a16="http://schemas.microsoft.com/office/drawing/2014/main" id="{1D13AAAA-147E-4762-A14C-97B28F76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GAMBARAN SISTEM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01AD25B-24C7-46F4-AF1B-94E03DF8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00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SATU SISTEM MENGHUBUNGKAN PROSES DARI AWAL HINGGA DOKUMEN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287D352E-3CB6-423B-872F-B624523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02 / 10</a:t>
            </a:r>
          </a:p>
        </p:txBody>
      </p:sp>
      <p:sp>
        <p:nvSpPr>
          <p:cNvPr id="4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8505B6D4-993A-4F51-BACF-097893E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F9784E99-8055-4C44-BF77-C5B40676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3C0B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00" b="0">
                <a:solidFill>
                  <a:srgbClr val="B93C0B"/>
                </a:solidFill>
                <a:latin typeface="Red Hat Mono SemiBold"/>
                <a:ea typeface="Red Hat Mono SemiBold"/>
                <a:cs typeface="Red Hat Mono SemiBold"/>
              </a:rPr>
              <a:t>MASALAH UTAMA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266E0775-D3E8-4C69-B651-28359624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[Tuliskan proses manual, keterlambatan, atau data yang tersebar]</a:t>
            </a:r>
          </a:p>
        </p:txBody>
      </p:sp>
      <p:sp>
        <p:nvSpPr>
          <p:cNvPr id="7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562E8661-9D15-447F-8ADB-2237CA9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638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B4E97387-0367-4C43-92B4-99686BAF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A7F62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00" b="0">
                <a:solidFill>
                  <a:srgbClr val="0A7F62"/>
                </a:solidFill>
                <a:latin typeface="Red Hat Mono SemiBold"/>
                <a:ea typeface="Red Hat Mono SemiBold"/>
                <a:cs typeface="Red Hat Mono SemiBold"/>
              </a:rPr>
              <a:t>SOLUSI SISTEM</a:t>
            </a:r>
          </a:p>
        </p:txBody>
      </p:sp>
      <p:sp>
        <p:nvSpPr>
          <p:cNvPr id="9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0037F5F8-B4D8-4F91-8C87-D67B4BD6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[Jelaskan bagaimana sistem menyatukan proses dan data]</a:t>
            </a:r>
          </a:p>
        </p:txBody>
      </p:sp>
      <p:sp>
        <p:nvSpPr>
          <p:cNvPr id="10" name="flow-label">
            <a:extLst xmlns:a="http://schemas.openxmlformats.org/drawingml/2006/main">
              <a:ext uri="{FF2B5EF4-FFF2-40B4-BE49-F238E27FC236}">
                <a16:creationId xmlns:a16="http://schemas.microsoft.com/office/drawing/2014/main" id="{6CBF78B0-7A0A-45B7-B806-ECA51666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ALUR SISTEM</a:t>
            </a:r>
          </a:p>
        </p:txBody>
      </p:sp>
      <p:sp>
        <p:nvSpPr>
          <p:cNvPr id="11" name="flow-node-0">
            <a:extLst xmlns:a="http://schemas.openxmlformats.org/drawingml/2006/main">
              <a:ext uri="{FF2B5EF4-FFF2-40B4-BE49-F238E27FC236}">
                <a16:creationId xmlns:a16="http://schemas.microsoft.com/office/drawing/2014/main" id="{9675BCA8-AFCB-426D-8060-2EB80501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12" name="flow-link-0">
            <a:extLst xmlns:a="http://schemas.openxmlformats.org/drawingml/2006/main">
              <a:ext uri="{FF2B5EF4-FFF2-40B4-BE49-F238E27FC236}">
                <a16:creationId xmlns:a16="http://schemas.microsoft.com/office/drawing/2014/main" id="{F56CCA8F-79D8-46AB-9CD7-8BE2A9B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3" name="flow-stage-0">
            <a:extLst xmlns:a="http://schemas.openxmlformats.org/drawingml/2006/main">
              <a:ext uri="{FF2B5EF4-FFF2-40B4-BE49-F238E27FC236}">
                <a16:creationId xmlns:a16="http://schemas.microsoft.com/office/drawing/2014/main" id="{41CA548B-0459-436A-823B-1BC65249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Program</a:t>
            </a:r>
          </a:p>
        </p:txBody>
      </p:sp>
      <p:sp>
        <p:nvSpPr>
          <p:cNvPr id="14" name="flow-help-0">
            <a:extLst xmlns:a="http://schemas.openxmlformats.org/drawingml/2006/main">
              <a:ext uri="{FF2B5EF4-FFF2-40B4-BE49-F238E27FC236}">
                <a16:creationId xmlns:a16="http://schemas.microsoft.com/office/drawing/2014/main" id="{863D3818-507B-45B4-81C9-F78AC200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1]</a:t>
            </a:r>
          </a:p>
        </p:txBody>
      </p:sp>
      <p:sp>
        <p:nvSpPr>
          <p:cNvPr id="1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C6BE754E-4394-4B67-9397-F104834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16" name="flow-link-1">
            <a:extLst xmlns:a="http://schemas.openxmlformats.org/drawingml/2006/main">
              <a:ext uri="{FF2B5EF4-FFF2-40B4-BE49-F238E27FC236}">
                <a16:creationId xmlns:a16="http://schemas.microsoft.com/office/drawing/2014/main" id="{F19FD129-3829-4639-AEBD-DBB01316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7" name="flow-stage-1">
            <a:extLst xmlns:a="http://schemas.openxmlformats.org/drawingml/2006/main">
              <a:ext uri="{FF2B5EF4-FFF2-40B4-BE49-F238E27FC236}">
                <a16:creationId xmlns:a16="http://schemas.microsoft.com/office/drawing/2014/main" id="{A039740E-A2BD-4A50-AB4A-EB1771DD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Peserta</a:t>
            </a:r>
          </a:p>
        </p:txBody>
      </p:sp>
      <p:sp>
        <p:nvSpPr>
          <p:cNvPr id="18" name="flow-help-1">
            <a:extLst xmlns:a="http://schemas.openxmlformats.org/drawingml/2006/main">
              <a:ext uri="{FF2B5EF4-FFF2-40B4-BE49-F238E27FC236}">
                <a16:creationId xmlns:a16="http://schemas.microsoft.com/office/drawing/2014/main" id="{87F74F26-FC7F-4498-A94D-833131FB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2]</a:t>
            </a:r>
          </a:p>
        </p:txBody>
      </p:sp>
      <p:sp>
        <p:nvSpPr>
          <p:cNvPr id="19" name="flow-node-2">
            <a:extLst xmlns:a="http://schemas.openxmlformats.org/drawingml/2006/main">
              <a:ext uri="{FF2B5EF4-FFF2-40B4-BE49-F238E27FC236}">
                <a16:creationId xmlns:a16="http://schemas.microsoft.com/office/drawing/2014/main" id="{8D84B5A7-F607-48BC-9B98-11D3B11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20" name="flow-link-2">
            <a:extLst xmlns:a="http://schemas.openxmlformats.org/drawingml/2006/main">
              <a:ext uri="{FF2B5EF4-FFF2-40B4-BE49-F238E27FC236}">
                <a16:creationId xmlns:a16="http://schemas.microsoft.com/office/drawing/2014/main" id="{8A289961-171D-43FD-81C6-A5BCDE8F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1" name="flow-stage-2">
            <a:extLst xmlns:a="http://schemas.openxmlformats.org/drawingml/2006/main">
              <a:ext uri="{FF2B5EF4-FFF2-40B4-BE49-F238E27FC236}">
                <a16:creationId xmlns:a16="http://schemas.microsoft.com/office/drawing/2014/main" id="{D195E85D-5501-4E46-93F9-09E130A6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Bank Soal</a:t>
            </a:r>
          </a:p>
        </p:txBody>
      </p:sp>
      <p:sp>
        <p:nvSpPr>
          <p:cNvPr id="22" name="flow-help-2">
            <a:extLst xmlns:a="http://schemas.openxmlformats.org/drawingml/2006/main">
              <a:ext uri="{FF2B5EF4-FFF2-40B4-BE49-F238E27FC236}">
                <a16:creationId xmlns:a16="http://schemas.microsoft.com/office/drawing/2014/main" id="{9BC025F0-98BA-46AC-8CFE-774760E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3]</a:t>
            </a:r>
          </a:p>
        </p:txBody>
      </p:sp>
      <p:sp>
        <p:nvSpPr>
          <p:cNvPr id="23" name="flow-node-3">
            <a:extLst xmlns:a="http://schemas.openxmlformats.org/drawingml/2006/main">
              <a:ext uri="{FF2B5EF4-FFF2-40B4-BE49-F238E27FC236}">
                <a16:creationId xmlns:a16="http://schemas.microsoft.com/office/drawing/2014/main" id="{37BF2D43-A970-4453-BCD0-85E3E880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04</a:t>
            </a:r>
          </a:p>
        </p:txBody>
      </p:sp>
      <p:sp>
        <p:nvSpPr>
          <p:cNvPr id="24" name="flow-link-3">
            <a:extLst xmlns:a="http://schemas.openxmlformats.org/drawingml/2006/main">
              <a:ext uri="{FF2B5EF4-FFF2-40B4-BE49-F238E27FC236}">
                <a16:creationId xmlns:a16="http://schemas.microsoft.com/office/drawing/2014/main" id="{63AF866D-28E9-4DD2-9960-B7DA8D4D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5" name="flow-stage-3">
            <a:extLst xmlns:a="http://schemas.openxmlformats.org/drawingml/2006/main">
              <a:ext uri="{FF2B5EF4-FFF2-40B4-BE49-F238E27FC236}">
                <a16:creationId xmlns:a16="http://schemas.microsoft.com/office/drawing/2014/main" id="{09C23E86-85EC-4EC3-9DA6-B13F8B8C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Tes</a:t>
            </a:r>
          </a:p>
        </p:txBody>
      </p:sp>
      <p:sp>
        <p:nvSpPr>
          <p:cNvPr id="26" name="flow-help-3">
            <a:extLst xmlns:a="http://schemas.openxmlformats.org/drawingml/2006/main">
              <a:ext uri="{FF2B5EF4-FFF2-40B4-BE49-F238E27FC236}">
                <a16:creationId xmlns:a16="http://schemas.microsoft.com/office/drawing/2014/main" id="{A51293F7-49AF-445C-867C-3361557E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4]</a:t>
            </a:r>
          </a:p>
        </p:txBody>
      </p:sp>
      <p:sp>
        <p:nvSpPr>
          <p:cNvPr id="27" name="flow-node-4">
            <a:extLst xmlns:a="http://schemas.openxmlformats.org/drawingml/2006/main">
              <a:ext uri="{FF2B5EF4-FFF2-40B4-BE49-F238E27FC236}">
                <a16:creationId xmlns:a16="http://schemas.microsoft.com/office/drawing/2014/main" id="{637BD7ED-923C-453C-85FD-6BC04B33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05</a:t>
            </a:r>
          </a:p>
        </p:txBody>
      </p:sp>
      <p:sp>
        <p:nvSpPr>
          <p:cNvPr id="28" name="flow-link-4">
            <a:extLst xmlns:a="http://schemas.openxmlformats.org/drawingml/2006/main">
              <a:ext uri="{FF2B5EF4-FFF2-40B4-BE49-F238E27FC236}">
                <a16:creationId xmlns:a16="http://schemas.microsoft.com/office/drawing/2014/main" id="{C9B9B00C-63BD-465D-BD30-FD95C5AA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9" name="flow-stage-4">
            <a:extLst xmlns:a="http://schemas.openxmlformats.org/drawingml/2006/main">
              <a:ext uri="{FF2B5EF4-FFF2-40B4-BE49-F238E27FC236}">
                <a16:creationId xmlns:a16="http://schemas.microsoft.com/office/drawing/2014/main" id="{95ECCBE8-FA5C-4B41-B428-58E6EFB3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Nilai</a:t>
            </a:r>
          </a:p>
        </p:txBody>
      </p:sp>
      <p:sp>
        <p:nvSpPr>
          <p:cNvPr id="30" name="flow-help-4">
            <a:extLst xmlns:a="http://schemas.openxmlformats.org/drawingml/2006/main">
              <a:ext uri="{FF2B5EF4-FFF2-40B4-BE49-F238E27FC236}">
                <a16:creationId xmlns:a16="http://schemas.microsoft.com/office/drawing/2014/main" id="{645D218E-276E-496B-A54C-EC7AD2E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5]</a:t>
            </a:r>
          </a:p>
        </p:txBody>
      </p:sp>
      <p:sp>
        <p:nvSpPr>
          <p:cNvPr id="31" name="flow-node-5">
            <a:extLst xmlns:a="http://schemas.openxmlformats.org/drawingml/2006/main">
              <a:ext uri="{FF2B5EF4-FFF2-40B4-BE49-F238E27FC236}">
                <a16:creationId xmlns:a16="http://schemas.microsoft.com/office/drawing/2014/main" id="{90FE38F7-4260-4C34-BD15-BC69D92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06</a:t>
            </a:r>
          </a:p>
        </p:txBody>
      </p:sp>
      <p:sp>
        <p:nvSpPr>
          <p:cNvPr id="32" name="flow-link-5">
            <a:extLst xmlns:a="http://schemas.openxmlformats.org/drawingml/2006/main">
              <a:ext uri="{FF2B5EF4-FFF2-40B4-BE49-F238E27FC236}">
                <a16:creationId xmlns:a16="http://schemas.microsoft.com/office/drawing/2014/main" id="{A4995690-699B-4DB9-B8CE-573DF91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3" name="flow-stage-5">
            <a:extLst xmlns:a="http://schemas.openxmlformats.org/drawingml/2006/main">
              <a:ext uri="{FF2B5EF4-FFF2-40B4-BE49-F238E27FC236}">
                <a16:creationId xmlns:a16="http://schemas.microsoft.com/office/drawing/2014/main" id="{59BE91DA-6185-45D3-8A3F-6A94EEC0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Evaluasi</a:t>
            </a:r>
          </a:p>
        </p:txBody>
      </p:sp>
      <p:sp>
        <p:nvSpPr>
          <p:cNvPr id="34" name="flow-help-5">
            <a:extLst xmlns:a="http://schemas.openxmlformats.org/drawingml/2006/main">
              <a:ext uri="{FF2B5EF4-FFF2-40B4-BE49-F238E27FC236}">
                <a16:creationId xmlns:a16="http://schemas.microsoft.com/office/drawing/2014/main" id="{8C646BA9-98A5-4EE0-BD2F-0E069AA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6]</a:t>
            </a:r>
          </a:p>
        </p:txBody>
      </p:sp>
      <p:sp>
        <p:nvSpPr>
          <p:cNvPr id="35" name="flow-node-6">
            <a:extLst xmlns:a="http://schemas.openxmlformats.org/drawingml/2006/main">
              <a:ext uri="{FF2B5EF4-FFF2-40B4-BE49-F238E27FC236}">
                <a16:creationId xmlns:a16="http://schemas.microsoft.com/office/drawing/2014/main" id="{B530E926-0048-4620-AC53-0C55D0AF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07</a:t>
            </a:r>
          </a:p>
        </p:txBody>
      </p:sp>
      <p:sp>
        <p:nvSpPr>
          <p:cNvPr id="36" name="flow-stage-6">
            <a:extLst xmlns:a="http://schemas.openxmlformats.org/drawingml/2006/main">
              <a:ext uri="{FF2B5EF4-FFF2-40B4-BE49-F238E27FC236}">
                <a16:creationId xmlns:a16="http://schemas.microsoft.com/office/drawing/2014/main" id="{CD719A10-FA26-4642-AE52-07DEBFB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Dokumen</a:t>
            </a:r>
          </a:p>
        </p:txBody>
      </p:sp>
      <p:sp>
        <p:nvSpPr>
          <p:cNvPr id="37" name="flow-help-6">
            <a:extLst xmlns:a="http://schemas.openxmlformats.org/drawingml/2006/main">
              <a:ext uri="{FF2B5EF4-FFF2-40B4-BE49-F238E27FC236}">
                <a16:creationId xmlns:a16="http://schemas.microsoft.com/office/drawing/2014/main" id="{45EF6945-06AC-4273-81A6-69A48E49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7]</a:t>
            </a:r>
          </a:p>
        </p:txBody>
      </p:sp>
    </p:spTree>
    <p:extLst>
      <p:ext uri="{BB962C8B-B14F-4D97-AF65-F5344CB8AC3E}">
        <p14:creationId xmlns:p14="http://schemas.microsoft.com/office/powerpoint/2010/main" val="337084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3">
            <a:extLst xmlns:a="http://schemas.openxmlformats.org/drawingml/2006/main">
              <a:ext uri="{FF2B5EF4-FFF2-40B4-BE49-F238E27FC236}">
                <a16:creationId xmlns:a16="http://schemas.microsoft.com/office/drawing/2014/main" id="{1F799659-F89C-497A-A75F-4DBEC576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1 • PROGRAM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9E64E12-2163-4283-9C4F-1692429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PENGELOLAAN PROGRAM MENJADI TITIK AWAL ALUR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18E09690-A143-42AC-B4FA-FF57BEA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03 / 10</a:t>
            </a:r>
          </a:p>
        </p:txBody>
      </p:sp>
      <p:sp>
        <p:nvSpPr>
          <p:cNvPr id="4" name="rail-line-0-0">
            <a:extLst xmlns:a="http://schemas.openxmlformats.org/drawingml/2006/main">
              <a:ext uri="{FF2B5EF4-FFF2-40B4-BE49-F238E27FC236}">
                <a16:creationId xmlns:a16="http://schemas.microsoft.com/office/drawing/2014/main" id="{E17AE39C-9A1A-46F9-B15F-E6ED4F45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5" name="rail-node-0-0">
            <a:extLst xmlns:a="http://schemas.openxmlformats.org/drawingml/2006/main">
              <a:ext uri="{FF2B5EF4-FFF2-40B4-BE49-F238E27FC236}">
                <a16:creationId xmlns:a16="http://schemas.microsoft.com/office/drawing/2014/main" id="{7D6B5157-BA4C-4DF1-B979-9169783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0-0">
            <a:extLst xmlns:a="http://schemas.openxmlformats.org/drawingml/2006/main">
              <a:ext uri="{FF2B5EF4-FFF2-40B4-BE49-F238E27FC236}">
                <a16:creationId xmlns:a16="http://schemas.microsoft.com/office/drawing/2014/main" id="{7671D32F-6259-4FFB-ABB6-443B1729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0-1">
            <a:extLst xmlns:a="http://schemas.openxmlformats.org/drawingml/2006/main">
              <a:ext uri="{FF2B5EF4-FFF2-40B4-BE49-F238E27FC236}">
                <a16:creationId xmlns:a16="http://schemas.microsoft.com/office/drawing/2014/main" id="{7A1B66F4-80FB-4D39-B2A5-D9EC83A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8" name="rail-node-0-1">
            <a:extLst xmlns:a="http://schemas.openxmlformats.org/drawingml/2006/main">
              <a:ext uri="{FF2B5EF4-FFF2-40B4-BE49-F238E27FC236}">
                <a16:creationId xmlns:a16="http://schemas.microsoft.com/office/drawing/2014/main" id="{ACEC4A80-5A5A-41FE-A93A-66863E68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0-1">
            <a:extLst xmlns:a="http://schemas.openxmlformats.org/drawingml/2006/main">
              <a:ext uri="{FF2B5EF4-FFF2-40B4-BE49-F238E27FC236}">
                <a16:creationId xmlns:a16="http://schemas.microsoft.com/office/drawing/2014/main" id="{023EFF33-83FC-47AF-ACE6-7AFCC084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0-2">
            <a:extLst xmlns:a="http://schemas.openxmlformats.org/drawingml/2006/main">
              <a:ext uri="{FF2B5EF4-FFF2-40B4-BE49-F238E27FC236}">
                <a16:creationId xmlns:a16="http://schemas.microsoft.com/office/drawing/2014/main" id="{0009383A-10AA-46B5-B7B7-15A40C3E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rail-node-0-2">
            <a:extLst xmlns:a="http://schemas.openxmlformats.org/drawingml/2006/main">
              <a:ext uri="{FF2B5EF4-FFF2-40B4-BE49-F238E27FC236}">
                <a16:creationId xmlns:a16="http://schemas.microsoft.com/office/drawing/2014/main" id="{B4776453-807B-4F53-9FB0-50BDF785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0-2">
            <a:extLst xmlns:a="http://schemas.openxmlformats.org/drawingml/2006/main">
              <a:ext uri="{FF2B5EF4-FFF2-40B4-BE49-F238E27FC236}">
                <a16:creationId xmlns:a16="http://schemas.microsoft.com/office/drawing/2014/main" id="{5B462E50-FE0F-433D-981B-06FB5E58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0-3">
            <a:extLst xmlns:a="http://schemas.openxmlformats.org/drawingml/2006/main">
              <a:ext uri="{FF2B5EF4-FFF2-40B4-BE49-F238E27FC236}">
                <a16:creationId xmlns:a16="http://schemas.microsoft.com/office/drawing/2014/main" id="{60D780A3-54D2-4D03-813D-41109665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0-3">
            <a:extLst xmlns:a="http://schemas.openxmlformats.org/drawingml/2006/main">
              <a:ext uri="{FF2B5EF4-FFF2-40B4-BE49-F238E27FC236}">
                <a16:creationId xmlns:a16="http://schemas.microsoft.com/office/drawing/2014/main" id="{D07F280D-B56B-4408-AEA8-43162CB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0-3">
            <a:extLst xmlns:a="http://schemas.openxmlformats.org/drawingml/2006/main">
              <a:ext uri="{FF2B5EF4-FFF2-40B4-BE49-F238E27FC236}">
                <a16:creationId xmlns:a16="http://schemas.microsoft.com/office/drawing/2014/main" id="{E267254F-2F70-4508-A8D9-52A1714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0-4">
            <a:extLst xmlns:a="http://schemas.openxmlformats.org/drawingml/2006/main">
              <a:ext uri="{FF2B5EF4-FFF2-40B4-BE49-F238E27FC236}">
                <a16:creationId xmlns:a16="http://schemas.microsoft.com/office/drawing/2014/main" id="{EEE5DFC8-8D0A-499F-9BEA-B38D97A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0-4">
            <a:extLst xmlns:a="http://schemas.openxmlformats.org/drawingml/2006/main">
              <a:ext uri="{FF2B5EF4-FFF2-40B4-BE49-F238E27FC236}">
                <a16:creationId xmlns:a16="http://schemas.microsoft.com/office/drawing/2014/main" id="{AB6C6141-BB9C-47ED-ABD5-8F59DDA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0-4">
            <a:extLst xmlns:a="http://schemas.openxmlformats.org/drawingml/2006/main">
              <a:ext uri="{FF2B5EF4-FFF2-40B4-BE49-F238E27FC236}">
                <a16:creationId xmlns:a16="http://schemas.microsoft.com/office/drawing/2014/main" id="{A00C5950-648C-4D74-BF38-633256AF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0-5">
            <a:extLst xmlns:a="http://schemas.openxmlformats.org/drawingml/2006/main">
              <a:ext uri="{FF2B5EF4-FFF2-40B4-BE49-F238E27FC236}">
                <a16:creationId xmlns:a16="http://schemas.microsoft.com/office/drawing/2014/main" id="{BE66F7F3-7A16-49D2-8921-D584DA5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0-5">
            <a:extLst xmlns:a="http://schemas.openxmlformats.org/drawingml/2006/main">
              <a:ext uri="{FF2B5EF4-FFF2-40B4-BE49-F238E27FC236}">
                <a16:creationId xmlns:a16="http://schemas.microsoft.com/office/drawing/2014/main" id="{A674CF29-D45A-47DC-A7D1-DCED34D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0-5">
            <a:extLst xmlns:a="http://schemas.openxmlformats.org/drawingml/2006/main">
              <a:ext uri="{FF2B5EF4-FFF2-40B4-BE49-F238E27FC236}">
                <a16:creationId xmlns:a16="http://schemas.microsoft.com/office/drawing/2014/main" id="{D75FAF11-7F81-4EBE-B8CE-09F088C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0-6">
            <a:extLst xmlns:a="http://schemas.openxmlformats.org/drawingml/2006/main">
              <a:ext uri="{FF2B5EF4-FFF2-40B4-BE49-F238E27FC236}">
                <a16:creationId xmlns:a16="http://schemas.microsoft.com/office/drawing/2014/main" id="{73A189F6-8D99-4238-838B-399F3100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0-6">
            <a:extLst xmlns:a="http://schemas.openxmlformats.org/drawingml/2006/main">
              <a:ext uri="{FF2B5EF4-FFF2-40B4-BE49-F238E27FC236}">
                <a16:creationId xmlns:a16="http://schemas.microsoft.com/office/drawing/2014/main" id="{C18912CB-5F14-463E-9181-92E77151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feature-num-1-238">
            <a:extLst xmlns:a="http://schemas.openxmlformats.org/drawingml/2006/main">
              <a:ext uri="{FF2B5EF4-FFF2-40B4-BE49-F238E27FC236}">
                <a16:creationId xmlns:a16="http://schemas.microsoft.com/office/drawing/2014/main" id="{2302A47D-BBD4-4B5E-A48D-1D964E4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feature-title-1-238">
            <a:extLst xmlns:a="http://schemas.openxmlformats.org/drawingml/2006/main">
              <a:ext uri="{FF2B5EF4-FFF2-40B4-BE49-F238E27FC236}">
                <a16:creationId xmlns:a16="http://schemas.microsoft.com/office/drawing/2014/main" id="{E085F0C3-2699-4B9E-979D-62560672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Data program</a:t>
            </a:r>
          </a:p>
        </p:txBody>
      </p:sp>
      <p:sp>
        <p:nvSpPr>
          <p:cNvPr id="26" name="feature-body-1-238">
            <a:extLst xmlns:a="http://schemas.openxmlformats.org/drawingml/2006/main">
              <a:ext uri="{FF2B5EF4-FFF2-40B4-BE49-F238E27FC236}">
                <a16:creationId xmlns:a16="http://schemas.microsoft.com/office/drawing/2014/main" id="{670A063E-B9E8-4F59-AF28-DA49D5B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[Nama program, materi, angkatan, jumlah jam pelajaran, dan unit kompetensi]</a:t>
            </a:r>
          </a:p>
        </p:txBody>
      </p:sp>
      <p:sp>
        <p:nvSpPr>
          <p:cNvPr id="27" name="feature-num-2-350">
            <a:extLst xmlns:a="http://schemas.openxmlformats.org/drawingml/2006/main">
              <a:ext uri="{FF2B5EF4-FFF2-40B4-BE49-F238E27FC236}">
                <a16:creationId xmlns:a16="http://schemas.microsoft.com/office/drawing/2014/main" id="{87D5DB4B-747E-46EE-8C21-295AC09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8" name="feature-title-2-350">
            <a:extLst xmlns:a="http://schemas.openxmlformats.org/drawingml/2006/main">
              <a:ext uri="{FF2B5EF4-FFF2-40B4-BE49-F238E27FC236}">
                <a16:creationId xmlns:a16="http://schemas.microsoft.com/office/drawing/2014/main" id="{D6722402-B1DC-4F8C-A92B-40BA18B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Jadwal kegiatan</a:t>
            </a:r>
          </a:p>
        </p:txBody>
      </p:sp>
      <p:sp>
        <p:nvSpPr>
          <p:cNvPr id="29" name="feature-body-2-350">
            <a:extLst xmlns:a="http://schemas.openxmlformats.org/drawingml/2006/main">
              <a:ext uri="{FF2B5EF4-FFF2-40B4-BE49-F238E27FC236}">
                <a16:creationId xmlns:a16="http://schemas.microsoft.com/office/drawing/2014/main" id="{28B6F19F-E111-4606-AB7B-E4A8CDAF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[Tanggal pelatihan, pre-test, post-test, serta batas pengerjaan]</a:t>
            </a:r>
          </a:p>
        </p:txBody>
      </p:sp>
      <p:sp>
        <p:nvSpPr>
          <p:cNvPr id="30" name="feature-num-3-462">
            <a:extLst xmlns:a="http://schemas.openxmlformats.org/drawingml/2006/main">
              <a:ext uri="{FF2B5EF4-FFF2-40B4-BE49-F238E27FC236}">
                <a16:creationId xmlns:a16="http://schemas.microsoft.com/office/drawing/2014/main" id="{3463D8F5-5A2A-44DD-BD0D-90098F2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31" name="feature-title-3-462">
            <a:extLst xmlns:a="http://schemas.openxmlformats.org/drawingml/2006/main">
              <a:ext uri="{FF2B5EF4-FFF2-40B4-BE49-F238E27FC236}">
                <a16:creationId xmlns:a16="http://schemas.microsoft.com/office/drawing/2014/main" id="{55AACD72-1356-4DCE-9BE6-1C134C5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Kontrol administrator</a:t>
            </a:r>
          </a:p>
        </p:txBody>
      </p:sp>
      <p:sp>
        <p:nvSpPr>
          <p:cNvPr id="32" name="feature-body-3-462">
            <a:extLst xmlns:a="http://schemas.openxmlformats.org/drawingml/2006/main">
              <a:ext uri="{FF2B5EF4-FFF2-40B4-BE49-F238E27FC236}">
                <a16:creationId xmlns:a16="http://schemas.microsoft.com/office/drawing/2014/main" id="{043A5477-09E6-4584-99FA-06338F5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[Peran admin, status program, dan indikator yang perlu dipantau]</a:t>
            </a:r>
          </a:p>
        </p:txBody>
      </p:sp>
      <p:sp>
        <p:nvSpPr>
          <p:cNvPr id="33" name="program-shot-surface">
            <a:extLst xmlns:a="http://schemas.openxmlformats.org/drawingml/2006/main">
              <a:ext uri="{FF2B5EF4-FFF2-40B4-BE49-F238E27FC236}">
                <a16:creationId xmlns:a16="http://schemas.microsoft.com/office/drawing/2014/main" id="{91A91E16-CD98-4BD7-9655-5EA9D336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62400"/>
          </a:xfrm>
          <a:prstGeom xmlns:a="http://schemas.openxmlformats.org/drawingml/2006/main" prst="roundRect">
            <a:avLst>
              <a:gd name="adj" fmla="val 2404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program-shot-inner">
            <a:extLst xmlns:a="http://schemas.openxmlformats.org/drawingml/2006/main">
              <a:ext uri="{FF2B5EF4-FFF2-40B4-BE49-F238E27FC236}">
                <a16:creationId xmlns:a16="http://schemas.microsoft.com/office/drawing/2014/main" id="{297C7E53-C973-483C-88BB-E658C864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5" name="program-shot-tag">
            <a:extLst xmlns:a="http://schemas.openxmlformats.org/drawingml/2006/main">
              <a:ext uri="{FF2B5EF4-FFF2-40B4-BE49-F238E27FC236}">
                <a16:creationId xmlns:a16="http://schemas.microsoft.com/office/drawing/2014/main" id="{F34AFD01-8926-4B05-BA3E-CD511B0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6" name="program-shot-label">
            <a:extLst xmlns:a="http://schemas.openxmlformats.org/drawingml/2006/main">
              <a:ext uri="{FF2B5EF4-FFF2-40B4-BE49-F238E27FC236}">
                <a16:creationId xmlns:a16="http://schemas.microsoft.com/office/drawing/2014/main" id="{0EF8CADA-00BC-414E-A05A-CC82D1AD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9589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PROGRAM</a:t>
            </a:r>
          </a:p>
        </p:txBody>
      </p:sp>
      <p:sp>
        <p:nvSpPr>
          <p:cNvPr id="37" name="program-shot-caption">
            <a:extLst xmlns:a="http://schemas.openxmlformats.org/drawingml/2006/main">
              <a:ext uri="{FF2B5EF4-FFF2-40B4-BE49-F238E27FC236}">
                <a16:creationId xmlns:a16="http://schemas.microsoft.com/office/drawing/2014/main" id="{0C5985D2-B671-4169-B20D-7A2F729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41317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dashboard admin atau halaman pengaturan pelatihan</a:t>
            </a:r>
          </a:p>
        </p:txBody>
      </p:sp>
    </p:spTree>
    <p:extLst>
      <p:ext uri="{BB962C8B-B14F-4D97-AF65-F5344CB8AC3E}">
        <p14:creationId xmlns:p14="http://schemas.microsoft.com/office/powerpoint/2010/main" val="495497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4">
            <a:extLst xmlns:a="http://schemas.openxmlformats.org/drawingml/2006/main">
              <a:ext uri="{FF2B5EF4-FFF2-40B4-BE49-F238E27FC236}">
                <a16:creationId xmlns:a16="http://schemas.microsoft.com/office/drawing/2014/main" id="{CDFD8F5F-68D2-4B8C-8231-A58C9FB6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2 • PESERTA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39DBE9D-711B-4772-B149-00FA77F7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DATA PESERTA TERSIMPAN DALAM SATU ANGKATAN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89C193CB-A844-49D9-AF54-D7941281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04 / 10</a:t>
            </a:r>
          </a:p>
        </p:txBody>
      </p:sp>
      <p:sp>
        <p:nvSpPr>
          <p:cNvPr id="4" name="rail-line-1-0">
            <a:extLst xmlns:a="http://schemas.openxmlformats.org/drawingml/2006/main">
              <a:ext uri="{FF2B5EF4-FFF2-40B4-BE49-F238E27FC236}">
                <a16:creationId xmlns:a16="http://schemas.microsoft.com/office/drawing/2014/main" id="{EFF2FBE6-63CF-4843-A426-3F721DE4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1-0">
            <a:extLst xmlns:a="http://schemas.openxmlformats.org/drawingml/2006/main">
              <a:ext uri="{FF2B5EF4-FFF2-40B4-BE49-F238E27FC236}">
                <a16:creationId xmlns:a16="http://schemas.microsoft.com/office/drawing/2014/main" id="{3CC172BA-E886-4B30-A33A-845E287D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1-0">
            <a:extLst xmlns:a="http://schemas.openxmlformats.org/drawingml/2006/main">
              <a:ext uri="{FF2B5EF4-FFF2-40B4-BE49-F238E27FC236}">
                <a16:creationId xmlns:a16="http://schemas.microsoft.com/office/drawing/2014/main" id="{18500149-E43F-4457-AB83-A9C8AC2C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1-1">
            <a:extLst xmlns:a="http://schemas.openxmlformats.org/drawingml/2006/main">
              <a:ext uri="{FF2B5EF4-FFF2-40B4-BE49-F238E27FC236}">
                <a16:creationId xmlns:a16="http://schemas.microsoft.com/office/drawing/2014/main" id="{8406882E-1AF1-445C-AC26-CB6D4BC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8" name="rail-node-1-1">
            <a:extLst xmlns:a="http://schemas.openxmlformats.org/drawingml/2006/main">
              <a:ext uri="{FF2B5EF4-FFF2-40B4-BE49-F238E27FC236}">
                <a16:creationId xmlns:a16="http://schemas.microsoft.com/office/drawing/2014/main" id="{4530B0E9-BF88-490E-8B39-ACE05509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1-1">
            <a:extLst xmlns:a="http://schemas.openxmlformats.org/drawingml/2006/main">
              <a:ext uri="{FF2B5EF4-FFF2-40B4-BE49-F238E27FC236}">
                <a16:creationId xmlns:a16="http://schemas.microsoft.com/office/drawing/2014/main" id="{FBC8B2BE-2DFD-4742-9487-C75FCE6A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1-2">
            <a:extLst xmlns:a="http://schemas.openxmlformats.org/drawingml/2006/main">
              <a:ext uri="{FF2B5EF4-FFF2-40B4-BE49-F238E27FC236}">
                <a16:creationId xmlns:a16="http://schemas.microsoft.com/office/drawing/2014/main" id="{D5833E0C-2796-4F0E-8A6E-E7EBE96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rail-node-1-2">
            <a:extLst xmlns:a="http://schemas.openxmlformats.org/drawingml/2006/main">
              <a:ext uri="{FF2B5EF4-FFF2-40B4-BE49-F238E27FC236}">
                <a16:creationId xmlns:a16="http://schemas.microsoft.com/office/drawing/2014/main" id="{5725EFDA-77B5-4F80-A2C9-1DB66040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1-2">
            <a:extLst xmlns:a="http://schemas.openxmlformats.org/drawingml/2006/main">
              <a:ext uri="{FF2B5EF4-FFF2-40B4-BE49-F238E27FC236}">
                <a16:creationId xmlns:a16="http://schemas.microsoft.com/office/drawing/2014/main" id="{18E3ACD6-579F-4EB5-9EA8-58DEBF95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1-3">
            <a:extLst xmlns:a="http://schemas.openxmlformats.org/drawingml/2006/main">
              <a:ext uri="{FF2B5EF4-FFF2-40B4-BE49-F238E27FC236}">
                <a16:creationId xmlns:a16="http://schemas.microsoft.com/office/drawing/2014/main" id="{7ADE26A7-4852-4CF5-A84C-8FA27757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1-3">
            <a:extLst xmlns:a="http://schemas.openxmlformats.org/drawingml/2006/main">
              <a:ext uri="{FF2B5EF4-FFF2-40B4-BE49-F238E27FC236}">
                <a16:creationId xmlns:a16="http://schemas.microsoft.com/office/drawing/2014/main" id="{B619FAA8-A676-46C2-8E22-EA41A4E1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1-3">
            <a:extLst xmlns:a="http://schemas.openxmlformats.org/drawingml/2006/main">
              <a:ext uri="{FF2B5EF4-FFF2-40B4-BE49-F238E27FC236}">
                <a16:creationId xmlns:a16="http://schemas.microsoft.com/office/drawing/2014/main" id="{76C7130D-4E6C-41BD-9749-2D61AB32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1-4">
            <a:extLst xmlns:a="http://schemas.openxmlformats.org/drawingml/2006/main">
              <a:ext uri="{FF2B5EF4-FFF2-40B4-BE49-F238E27FC236}">
                <a16:creationId xmlns:a16="http://schemas.microsoft.com/office/drawing/2014/main" id="{8479DD6B-4AA7-4360-B2DA-9759FEBD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1-4">
            <a:extLst xmlns:a="http://schemas.openxmlformats.org/drawingml/2006/main">
              <a:ext uri="{FF2B5EF4-FFF2-40B4-BE49-F238E27FC236}">
                <a16:creationId xmlns:a16="http://schemas.microsoft.com/office/drawing/2014/main" id="{621C5529-4C30-40CE-AA4F-A042ECB1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1-4">
            <a:extLst xmlns:a="http://schemas.openxmlformats.org/drawingml/2006/main">
              <a:ext uri="{FF2B5EF4-FFF2-40B4-BE49-F238E27FC236}">
                <a16:creationId xmlns:a16="http://schemas.microsoft.com/office/drawing/2014/main" id="{E3503432-181C-48BA-BC02-9928486E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1-5">
            <a:extLst xmlns:a="http://schemas.openxmlformats.org/drawingml/2006/main">
              <a:ext uri="{FF2B5EF4-FFF2-40B4-BE49-F238E27FC236}">
                <a16:creationId xmlns:a16="http://schemas.microsoft.com/office/drawing/2014/main" id="{AE3FC457-7DCA-475E-AACF-D9AD3E88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1-5">
            <a:extLst xmlns:a="http://schemas.openxmlformats.org/drawingml/2006/main">
              <a:ext uri="{FF2B5EF4-FFF2-40B4-BE49-F238E27FC236}">
                <a16:creationId xmlns:a16="http://schemas.microsoft.com/office/drawing/2014/main" id="{5F4D52D5-845B-4172-9964-937219AE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1-5">
            <a:extLst xmlns:a="http://schemas.openxmlformats.org/drawingml/2006/main">
              <a:ext uri="{FF2B5EF4-FFF2-40B4-BE49-F238E27FC236}">
                <a16:creationId xmlns:a16="http://schemas.microsoft.com/office/drawing/2014/main" id="{659A5006-EF41-4FCD-93FF-4422F67C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1-6">
            <a:extLst xmlns:a="http://schemas.openxmlformats.org/drawingml/2006/main">
              <a:ext uri="{FF2B5EF4-FFF2-40B4-BE49-F238E27FC236}">
                <a16:creationId xmlns:a16="http://schemas.microsoft.com/office/drawing/2014/main" id="{B0163C61-CCA9-4D41-976C-33DD1BF1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1-6">
            <a:extLst xmlns:a="http://schemas.openxmlformats.org/drawingml/2006/main">
              <a:ext uri="{FF2B5EF4-FFF2-40B4-BE49-F238E27FC236}">
                <a16:creationId xmlns:a16="http://schemas.microsoft.com/office/drawing/2014/main" id="{CA929A99-855C-4FA5-814D-2265B383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feature-num-1-238">
            <a:extLst xmlns:a="http://schemas.openxmlformats.org/drawingml/2006/main">
              <a:ext uri="{FF2B5EF4-FFF2-40B4-BE49-F238E27FC236}">
                <a16:creationId xmlns:a16="http://schemas.microsoft.com/office/drawing/2014/main" id="{303583B1-F9F2-44F1-B99C-F323B3D3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feature-title-1-238">
            <a:extLst xmlns:a="http://schemas.openxmlformats.org/drawingml/2006/main">
              <a:ext uri="{FF2B5EF4-FFF2-40B4-BE49-F238E27FC236}">
                <a16:creationId xmlns:a16="http://schemas.microsoft.com/office/drawing/2014/main" id="{6DC9A220-A1C1-4704-92D5-DECD330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Input peserta</a:t>
            </a:r>
          </a:p>
        </p:txBody>
      </p:sp>
      <p:sp>
        <p:nvSpPr>
          <p:cNvPr id="26" name="feature-body-1-238">
            <a:extLst xmlns:a="http://schemas.openxmlformats.org/drawingml/2006/main">
              <a:ext uri="{FF2B5EF4-FFF2-40B4-BE49-F238E27FC236}">
                <a16:creationId xmlns:a16="http://schemas.microsoft.com/office/drawing/2014/main" id="{AF9768E8-F9D9-466B-9A6C-9E49792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input manual, unggah massal, atau integrasi data]</a:t>
            </a:r>
          </a:p>
        </p:txBody>
      </p:sp>
      <p:sp>
        <p:nvSpPr>
          <p:cNvPr id="27" name="feature-num-2-350">
            <a:extLst xmlns:a="http://schemas.openxmlformats.org/drawingml/2006/main">
              <a:ext uri="{FF2B5EF4-FFF2-40B4-BE49-F238E27FC236}">
                <a16:creationId xmlns:a16="http://schemas.microsoft.com/office/drawing/2014/main" id="{807AE048-77A6-4F2D-98DE-8BD0D5D3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8" name="feature-title-2-350">
            <a:extLst xmlns:a="http://schemas.openxmlformats.org/drawingml/2006/main">
              <a:ext uri="{FF2B5EF4-FFF2-40B4-BE49-F238E27FC236}">
                <a16:creationId xmlns:a16="http://schemas.microsoft.com/office/drawing/2014/main" id="{21995F19-9CD0-44CB-8E2B-D8BFB8C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Identitas dan status</a:t>
            </a:r>
          </a:p>
        </p:txBody>
      </p:sp>
      <p:sp>
        <p:nvSpPr>
          <p:cNvPr id="29" name="feature-body-2-350">
            <a:extLst xmlns:a="http://schemas.openxmlformats.org/drawingml/2006/main">
              <a:ext uri="{FF2B5EF4-FFF2-40B4-BE49-F238E27FC236}">
                <a16:creationId xmlns:a16="http://schemas.microsoft.com/office/drawing/2014/main" id="{D8D3A162-8B25-488B-99DF-1BCE2B35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[Sebutkan data penting, validasi, serta status aktif atau nonaktif]</a:t>
            </a:r>
          </a:p>
        </p:txBody>
      </p:sp>
      <p:sp>
        <p:nvSpPr>
          <p:cNvPr id="30" name="feature-num-3-462">
            <a:extLst xmlns:a="http://schemas.openxmlformats.org/drawingml/2006/main">
              <a:ext uri="{FF2B5EF4-FFF2-40B4-BE49-F238E27FC236}">
                <a16:creationId xmlns:a16="http://schemas.microsoft.com/office/drawing/2014/main" id="{ADE8C805-918B-4497-8D5F-64934EE9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31" name="feature-title-3-462">
            <a:extLst xmlns:a="http://schemas.openxmlformats.org/drawingml/2006/main">
              <a:ext uri="{FF2B5EF4-FFF2-40B4-BE49-F238E27FC236}">
                <a16:creationId xmlns:a16="http://schemas.microsoft.com/office/drawing/2014/main" id="{79F0238F-D182-4949-8813-B12AAD6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Pencarian dan filter</a:t>
            </a:r>
          </a:p>
        </p:txBody>
      </p:sp>
      <p:sp>
        <p:nvSpPr>
          <p:cNvPr id="32" name="feature-body-3-462">
            <a:extLst xmlns:a="http://schemas.openxmlformats.org/drawingml/2006/main">
              <a:ext uri="{FF2B5EF4-FFF2-40B4-BE49-F238E27FC236}">
                <a16:creationId xmlns:a16="http://schemas.microsoft.com/office/drawing/2014/main" id="{EBA51BC4-67DC-4216-969A-27182A62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[Tunjukkan cara admin menemukan peserta dan riwayatnya]</a:t>
            </a:r>
          </a:p>
        </p:txBody>
      </p:sp>
      <p:sp>
        <p:nvSpPr>
          <p:cNvPr id="33" name="participant-shot-surface">
            <a:extLst xmlns:a="http://schemas.openxmlformats.org/drawingml/2006/main">
              <a:ext uri="{FF2B5EF4-FFF2-40B4-BE49-F238E27FC236}">
                <a16:creationId xmlns:a16="http://schemas.microsoft.com/office/drawing/2014/main" id="{FF909ADD-ACC0-4CDE-BC77-D4823BBF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62400"/>
          </a:xfrm>
          <a:prstGeom xmlns:a="http://schemas.openxmlformats.org/drawingml/2006/main" prst="roundRect">
            <a:avLst>
              <a:gd name="adj" fmla="val 2404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participant-shot-inner">
            <a:extLst xmlns:a="http://schemas.openxmlformats.org/drawingml/2006/main">
              <a:ext uri="{FF2B5EF4-FFF2-40B4-BE49-F238E27FC236}">
                <a16:creationId xmlns:a16="http://schemas.microsoft.com/office/drawing/2014/main" id="{77FE52DB-BA58-49D6-A1B3-7F01655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5" name="participant-shot-tag">
            <a:extLst xmlns:a="http://schemas.openxmlformats.org/drawingml/2006/main">
              <a:ext uri="{FF2B5EF4-FFF2-40B4-BE49-F238E27FC236}">
                <a16:creationId xmlns:a16="http://schemas.microsoft.com/office/drawing/2014/main" id="{A9DAA3F8-B794-4EC2-B506-C1C377D3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6" name="participant-shot-label">
            <a:extLst xmlns:a="http://schemas.openxmlformats.org/drawingml/2006/main">
              <a:ext uri="{FF2B5EF4-FFF2-40B4-BE49-F238E27FC236}">
                <a16:creationId xmlns:a16="http://schemas.microsoft.com/office/drawing/2014/main" id="{83EC0ACB-0505-4B74-B655-7A80D099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9589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PESERTA</a:t>
            </a:r>
          </a:p>
        </p:txBody>
      </p:sp>
      <p:sp>
        <p:nvSpPr>
          <p:cNvPr id="37" name="participant-shot-caption">
            <a:extLst xmlns:a="http://schemas.openxmlformats.org/drawingml/2006/main">
              <a:ext uri="{FF2B5EF4-FFF2-40B4-BE49-F238E27FC236}">
                <a16:creationId xmlns:a16="http://schemas.microsoft.com/office/drawing/2014/main" id="{8DE324B4-3693-4449-BF36-EDD12B5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41317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tabel peserta, filter angkatan, atau detail peserta</a:t>
            </a:r>
          </a:p>
        </p:txBody>
      </p:sp>
    </p:spTree>
    <p:extLst>
      <p:ext uri="{BB962C8B-B14F-4D97-AF65-F5344CB8AC3E}">
        <p14:creationId xmlns:p14="http://schemas.microsoft.com/office/powerpoint/2010/main" val="1827462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5">
            <a:extLst xmlns:a="http://schemas.openxmlformats.org/drawingml/2006/main">
              <a:ext uri="{FF2B5EF4-FFF2-40B4-BE49-F238E27FC236}">
                <a16:creationId xmlns:a16="http://schemas.microsoft.com/office/drawing/2014/main" id="{0B62DAFD-BDBF-4E84-ABEC-F0B8BE6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3 • BANK SOAL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7433F9A-97DB-440B-8577-25CB1521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BANK SOAL MEMBENTUK PAKET UJIAN YANG KONSISTEN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C6CB693D-791E-47A1-821C-E37E896C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05 / 10</a:t>
            </a:r>
          </a:p>
        </p:txBody>
      </p:sp>
      <p:sp>
        <p:nvSpPr>
          <p:cNvPr id="4" name="rail-line-2-0">
            <a:extLst xmlns:a="http://schemas.openxmlformats.org/drawingml/2006/main">
              <a:ext uri="{FF2B5EF4-FFF2-40B4-BE49-F238E27FC236}">
                <a16:creationId xmlns:a16="http://schemas.microsoft.com/office/drawing/2014/main" id="{21E50996-A518-499C-B5EE-82532C0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2-0">
            <a:extLst xmlns:a="http://schemas.openxmlformats.org/drawingml/2006/main">
              <a:ext uri="{FF2B5EF4-FFF2-40B4-BE49-F238E27FC236}">
                <a16:creationId xmlns:a16="http://schemas.microsoft.com/office/drawing/2014/main" id="{FFA82393-8859-4984-B922-D2550463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2-0">
            <a:extLst xmlns:a="http://schemas.openxmlformats.org/drawingml/2006/main">
              <a:ext uri="{FF2B5EF4-FFF2-40B4-BE49-F238E27FC236}">
                <a16:creationId xmlns:a16="http://schemas.microsoft.com/office/drawing/2014/main" id="{B3979A01-0DD4-4C41-BE96-B3D2230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2-1">
            <a:extLst xmlns:a="http://schemas.openxmlformats.org/drawingml/2006/main">
              <a:ext uri="{FF2B5EF4-FFF2-40B4-BE49-F238E27FC236}">
                <a16:creationId xmlns:a16="http://schemas.microsoft.com/office/drawing/2014/main" id="{0B7CCAC8-9119-4BC1-9E17-299C88AC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2-1">
            <a:extLst xmlns:a="http://schemas.openxmlformats.org/drawingml/2006/main">
              <a:ext uri="{FF2B5EF4-FFF2-40B4-BE49-F238E27FC236}">
                <a16:creationId xmlns:a16="http://schemas.microsoft.com/office/drawing/2014/main" id="{49FD504B-B3F1-476D-9916-B2D815A3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2-1">
            <a:extLst xmlns:a="http://schemas.openxmlformats.org/drawingml/2006/main">
              <a:ext uri="{FF2B5EF4-FFF2-40B4-BE49-F238E27FC236}">
                <a16:creationId xmlns:a16="http://schemas.microsoft.com/office/drawing/2014/main" id="{DCA3CEC5-6886-41C3-A132-329442FF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2-2">
            <a:extLst xmlns:a="http://schemas.openxmlformats.org/drawingml/2006/main">
              <a:ext uri="{FF2B5EF4-FFF2-40B4-BE49-F238E27FC236}">
                <a16:creationId xmlns:a16="http://schemas.microsoft.com/office/drawing/2014/main" id="{D7C6C435-A448-4583-B61C-BE6A5E83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rail-node-2-2">
            <a:extLst xmlns:a="http://schemas.openxmlformats.org/drawingml/2006/main">
              <a:ext uri="{FF2B5EF4-FFF2-40B4-BE49-F238E27FC236}">
                <a16:creationId xmlns:a16="http://schemas.microsoft.com/office/drawing/2014/main" id="{5518020E-BAE0-438E-A30A-346DEF0E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2-2">
            <a:extLst xmlns:a="http://schemas.openxmlformats.org/drawingml/2006/main">
              <a:ext uri="{FF2B5EF4-FFF2-40B4-BE49-F238E27FC236}">
                <a16:creationId xmlns:a16="http://schemas.microsoft.com/office/drawing/2014/main" id="{37C15083-CB55-4A76-A5D8-9A52337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2-3">
            <a:extLst xmlns:a="http://schemas.openxmlformats.org/drawingml/2006/main">
              <a:ext uri="{FF2B5EF4-FFF2-40B4-BE49-F238E27FC236}">
                <a16:creationId xmlns:a16="http://schemas.microsoft.com/office/drawing/2014/main" id="{AAC17E3C-7BB2-4675-9C81-215C2C51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2-3">
            <a:extLst xmlns:a="http://schemas.openxmlformats.org/drawingml/2006/main">
              <a:ext uri="{FF2B5EF4-FFF2-40B4-BE49-F238E27FC236}">
                <a16:creationId xmlns:a16="http://schemas.microsoft.com/office/drawing/2014/main" id="{287B8514-6B1A-4EF1-82AD-94D214A3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2-3">
            <a:extLst xmlns:a="http://schemas.openxmlformats.org/drawingml/2006/main">
              <a:ext uri="{FF2B5EF4-FFF2-40B4-BE49-F238E27FC236}">
                <a16:creationId xmlns:a16="http://schemas.microsoft.com/office/drawing/2014/main" id="{EDB53867-1C1D-46A7-A31C-6F939238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2-4">
            <a:extLst xmlns:a="http://schemas.openxmlformats.org/drawingml/2006/main">
              <a:ext uri="{FF2B5EF4-FFF2-40B4-BE49-F238E27FC236}">
                <a16:creationId xmlns:a16="http://schemas.microsoft.com/office/drawing/2014/main" id="{FAA28D0F-396F-41C6-AC3C-33435355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2-4">
            <a:extLst xmlns:a="http://schemas.openxmlformats.org/drawingml/2006/main">
              <a:ext uri="{FF2B5EF4-FFF2-40B4-BE49-F238E27FC236}">
                <a16:creationId xmlns:a16="http://schemas.microsoft.com/office/drawing/2014/main" id="{DEB280BF-0631-424D-AACE-86CEDFB2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2-4">
            <a:extLst xmlns:a="http://schemas.openxmlformats.org/drawingml/2006/main">
              <a:ext uri="{FF2B5EF4-FFF2-40B4-BE49-F238E27FC236}">
                <a16:creationId xmlns:a16="http://schemas.microsoft.com/office/drawing/2014/main" id="{718CEE5D-373D-4E3B-9BE9-AC188EF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2-5">
            <a:extLst xmlns:a="http://schemas.openxmlformats.org/drawingml/2006/main">
              <a:ext uri="{FF2B5EF4-FFF2-40B4-BE49-F238E27FC236}">
                <a16:creationId xmlns:a16="http://schemas.microsoft.com/office/drawing/2014/main" id="{C1CFEAF6-573F-469D-9B55-E8A06385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2-5">
            <a:extLst xmlns:a="http://schemas.openxmlformats.org/drawingml/2006/main">
              <a:ext uri="{FF2B5EF4-FFF2-40B4-BE49-F238E27FC236}">
                <a16:creationId xmlns:a16="http://schemas.microsoft.com/office/drawing/2014/main" id="{A9E09953-1957-4F86-810A-4065EFA9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2-5">
            <a:extLst xmlns:a="http://schemas.openxmlformats.org/drawingml/2006/main">
              <a:ext uri="{FF2B5EF4-FFF2-40B4-BE49-F238E27FC236}">
                <a16:creationId xmlns:a16="http://schemas.microsoft.com/office/drawing/2014/main" id="{507E52D6-CAE0-4251-8A4B-27094A07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2-6">
            <a:extLst xmlns:a="http://schemas.openxmlformats.org/drawingml/2006/main">
              <a:ext uri="{FF2B5EF4-FFF2-40B4-BE49-F238E27FC236}">
                <a16:creationId xmlns:a16="http://schemas.microsoft.com/office/drawing/2014/main" id="{A1798FAB-D458-4D51-9AB3-052B21A2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2-6">
            <a:extLst xmlns:a="http://schemas.openxmlformats.org/drawingml/2006/main">
              <a:ext uri="{FF2B5EF4-FFF2-40B4-BE49-F238E27FC236}">
                <a16:creationId xmlns:a16="http://schemas.microsoft.com/office/drawing/2014/main" id="{9BAE8677-96FC-4FDC-AD17-945BA4F2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bank-badge-0">
            <a:extLst xmlns:a="http://schemas.openxmlformats.org/drawingml/2006/main">
              <a:ext uri="{FF2B5EF4-FFF2-40B4-BE49-F238E27FC236}">
                <a16:creationId xmlns:a16="http://schemas.microsoft.com/office/drawing/2014/main" id="{AA6117E1-D1FA-4EBE-9852-C7D8448F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bank-title-0">
            <a:extLst xmlns:a="http://schemas.openxmlformats.org/drawingml/2006/main">
              <a:ext uri="{FF2B5EF4-FFF2-40B4-BE49-F238E27FC236}">
                <a16:creationId xmlns:a16="http://schemas.microsoft.com/office/drawing/2014/main" id="{FE39F764-048E-42D6-B3BB-6A9E128B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Struktur materi</a:t>
            </a:r>
          </a:p>
        </p:txBody>
      </p:sp>
      <p:sp>
        <p:nvSpPr>
          <p:cNvPr id="26" name="bank-copy-0">
            <a:extLst xmlns:a="http://schemas.openxmlformats.org/drawingml/2006/main">
              <a:ext uri="{FF2B5EF4-FFF2-40B4-BE49-F238E27FC236}">
                <a16:creationId xmlns:a16="http://schemas.microsoft.com/office/drawing/2014/main" id="{3734744B-8A7A-4729-B335-7B1D1375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[Kelompokkan soal berdasarkan materi atau unit kompetensi]</a:t>
            </a:r>
          </a:p>
        </p:txBody>
      </p:sp>
      <p:sp>
        <p:nvSpPr>
          <p:cNvPr id="27" name="bank-badge-1">
            <a:extLst xmlns:a="http://schemas.openxmlformats.org/drawingml/2006/main">
              <a:ext uri="{FF2B5EF4-FFF2-40B4-BE49-F238E27FC236}">
                <a16:creationId xmlns:a16="http://schemas.microsoft.com/office/drawing/2014/main" id="{B119905B-D8E8-4290-B27A-1239E01D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8" name="bank-title-1">
            <a:extLst xmlns:a="http://schemas.openxmlformats.org/drawingml/2006/main">
              <a:ext uri="{FF2B5EF4-FFF2-40B4-BE49-F238E27FC236}">
                <a16:creationId xmlns:a16="http://schemas.microsoft.com/office/drawing/2014/main" id="{745CA122-36C6-476C-BD2B-710ACE1B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Editor soal</a:t>
            </a:r>
          </a:p>
        </p:txBody>
      </p:sp>
      <p:sp>
        <p:nvSpPr>
          <p:cNvPr id="29" name="bank-copy-1">
            <a:extLst xmlns:a="http://schemas.openxmlformats.org/drawingml/2006/main">
              <a:ext uri="{FF2B5EF4-FFF2-40B4-BE49-F238E27FC236}">
                <a16:creationId xmlns:a16="http://schemas.microsoft.com/office/drawing/2014/main" id="{CA2F9164-6146-42C7-804C-6AC19EA2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format soal, gambar, dan cara impor]</a:t>
            </a:r>
          </a:p>
        </p:txBody>
      </p:sp>
      <p:sp>
        <p:nvSpPr>
          <p:cNvPr id="30" name="bank-badge-2">
            <a:extLst xmlns:a="http://schemas.openxmlformats.org/drawingml/2006/main">
              <a:ext uri="{FF2B5EF4-FFF2-40B4-BE49-F238E27FC236}">
                <a16:creationId xmlns:a16="http://schemas.microsoft.com/office/drawing/2014/main" id="{ABE98735-E5EA-4487-BA37-ACBF44AE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31" name="bank-title-2">
            <a:extLst xmlns:a="http://schemas.openxmlformats.org/drawingml/2006/main">
              <a:ext uri="{FF2B5EF4-FFF2-40B4-BE49-F238E27FC236}">
                <a16:creationId xmlns:a16="http://schemas.microsoft.com/office/drawing/2014/main" id="{99EAF366-2066-4FFC-B5B1-983BB39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Paket ujian</a:t>
            </a:r>
          </a:p>
        </p:txBody>
      </p:sp>
      <p:sp>
        <p:nvSpPr>
          <p:cNvPr id="32" name="bank-copy-2">
            <a:extLst xmlns:a="http://schemas.openxmlformats.org/drawingml/2006/main">
              <a:ext uri="{FF2B5EF4-FFF2-40B4-BE49-F238E27FC236}">
                <a16:creationId xmlns:a16="http://schemas.microsoft.com/office/drawing/2014/main" id="{17089AD2-277A-4668-943A-AF34FCC9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[Atur jumlah soal, bobot, dan pengacakan]</a:t>
            </a:r>
          </a:p>
        </p:txBody>
      </p:sp>
      <p:sp>
        <p:nvSpPr>
          <p:cNvPr id="33" name="bank-badge-3">
            <a:extLst xmlns:a="http://schemas.openxmlformats.org/drawingml/2006/main">
              <a:ext uri="{FF2B5EF4-FFF2-40B4-BE49-F238E27FC236}">
                <a16:creationId xmlns:a16="http://schemas.microsoft.com/office/drawing/2014/main" id="{136365D8-C1F8-402D-A90B-484D69F8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04</a:t>
            </a:r>
          </a:p>
        </p:txBody>
      </p:sp>
      <p:sp>
        <p:nvSpPr>
          <p:cNvPr id="34" name="bank-title-3">
            <a:extLst xmlns:a="http://schemas.openxmlformats.org/drawingml/2006/main">
              <a:ext uri="{FF2B5EF4-FFF2-40B4-BE49-F238E27FC236}">
                <a16:creationId xmlns:a16="http://schemas.microsoft.com/office/drawing/2014/main" id="{B1AF95D4-CF23-48D5-9610-9BF3407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Pratinjau</a:t>
            </a:r>
          </a:p>
        </p:txBody>
      </p:sp>
      <p:sp>
        <p:nvSpPr>
          <p:cNvPr id="35" name="bank-copy-3">
            <a:extLst xmlns:a="http://schemas.openxmlformats.org/drawingml/2006/main">
              <a:ext uri="{FF2B5EF4-FFF2-40B4-BE49-F238E27FC236}">
                <a16:creationId xmlns:a16="http://schemas.microsoft.com/office/drawing/2014/main" id="{F19007BB-1106-46FC-A604-8AD596BC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[Tinjau paket sebelum tes dibuka]</a:t>
            </a:r>
          </a:p>
        </p:txBody>
      </p:sp>
      <p:sp>
        <p:nvSpPr>
          <p:cNvPr id="36" name="question-shot-surface">
            <a:extLst xmlns:a="http://schemas.openxmlformats.org/drawingml/2006/main">
              <a:ext uri="{FF2B5EF4-FFF2-40B4-BE49-F238E27FC236}">
                <a16:creationId xmlns:a16="http://schemas.microsoft.com/office/drawing/2014/main" id="{85F2BE49-067A-40CB-ACF5-6D77638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43125"/>
            <a:ext cx="4705350" cy="3962400"/>
          </a:xfrm>
          <a:prstGeom xmlns:a="http://schemas.openxmlformats.org/drawingml/2006/main" prst="roundRect">
            <a:avLst>
              <a:gd name="adj" fmla="val 2404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7" name="question-shot-inner">
            <a:extLst xmlns:a="http://schemas.openxmlformats.org/drawingml/2006/main">
              <a:ext uri="{FF2B5EF4-FFF2-40B4-BE49-F238E27FC236}">
                <a16:creationId xmlns:a16="http://schemas.microsoft.com/office/drawing/2014/main" id="{79E68EDB-6D4F-42F0-BE2A-4F3B74E3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43624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8" name="question-shot-tag">
            <a:extLst xmlns:a="http://schemas.openxmlformats.org/drawingml/2006/main">
              <a:ext uri="{FF2B5EF4-FFF2-40B4-BE49-F238E27FC236}">
                <a16:creationId xmlns:a16="http://schemas.microsoft.com/office/drawing/2014/main" id="{00917FD6-9717-49D6-B7FE-F00545A9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9" name="question-shot-label">
            <a:extLst xmlns:a="http://schemas.openxmlformats.org/drawingml/2006/main">
              <a:ext uri="{FF2B5EF4-FFF2-40B4-BE49-F238E27FC236}">
                <a16:creationId xmlns:a16="http://schemas.microsoft.com/office/drawing/2014/main" id="{8A53B412-FE4D-49C2-A465-82BF331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69589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BANK SOAL</a:t>
            </a:r>
          </a:p>
        </p:txBody>
      </p:sp>
      <p:sp>
        <p:nvSpPr>
          <p:cNvPr id="40" name="question-shot-caption">
            <a:extLst xmlns:a="http://schemas.openxmlformats.org/drawingml/2006/main">
              <a:ext uri="{FF2B5EF4-FFF2-40B4-BE49-F238E27FC236}">
                <a16:creationId xmlns:a16="http://schemas.microsoft.com/office/drawing/2014/main" id="{F8059F98-80FC-4C0C-AC68-920E2A99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41317"/>
            <a:ext cx="3943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daftar soal atau konfigurasi paket ujian</a:t>
            </a:r>
          </a:p>
        </p:txBody>
      </p:sp>
    </p:spTree>
    <p:extLst>
      <p:ext uri="{BB962C8B-B14F-4D97-AF65-F5344CB8AC3E}">
        <p14:creationId xmlns:p14="http://schemas.microsoft.com/office/powerpoint/2010/main" val="125694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-6">
            <a:extLst xmlns:a="http://schemas.openxmlformats.org/drawingml/2006/main">
              <a:ext uri="{FF2B5EF4-FFF2-40B4-BE49-F238E27FC236}">
                <a16:creationId xmlns:a16="http://schemas.microsoft.com/office/drawing/2014/main" id="{B84A1447-A166-4268-9B85-BAB430E8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4 • TES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63D8EA2-4749-4EA5-A418-D7539D9F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PESERTA MENGIKUTI TES MELALUI ALUR YANG SEDERHANA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058BFE71-E198-46FB-BD5D-81A3FF1D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06 / 10</a:t>
            </a:r>
          </a:p>
        </p:txBody>
      </p:sp>
      <p:sp>
        <p:nvSpPr>
          <p:cNvPr id="4" name="rail-line-3-0">
            <a:extLst xmlns:a="http://schemas.openxmlformats.org/drawingml/2006/main">
              <a:ext uri="{FF2B5EF4-FFF2-40B4-BE49-F238E27FC236}">
                <a16:creationId xmlns:a16="http://schemas.microsoft.com/office/drawing/2014/main" id="{89937142-384E-4A99-A676-6ABF5F5A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3-0">
            <a:extLst xmlns:a="http://schemas.openxmlformats.org/drawingml/2006/main">
              <a:ext uri="{FF2B5EF4-FFF2-40B4-BE49-F238E27FC236}">
                <a16:creationId xmlns:a16="http://schemas.microsoft.com/office/drawing/2014/main" id="{91978569-E058-4A7B-96C3-BD9C75F7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3-0">
            <a:extLst xmlns:a="http://schemas.openxmlformats.org/drawingml/2006/main">
              <a:ext uri="{FF2B5EF4-FFF2-40B4-BE49-F238E27FC236}">
                <a16:creationId xmlns:a16="http://schemas.microsoft.com/office/drawing/2014/main" id="{AFD32706-79C1-4571-BA1A-7231A95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3-1">
            <a:extLst xmlns:a="http://schemas.openxmlformats.org/drawingml/2006/main">
              <a:ext uri="{FF2B5EF4-FFF2-40B4-BE49-F238E27FC236}">
                <a16:creationId xmlns:a16="http://schemas.microsoft.com/office/drawing/2014/main" id="{EF3B56D0-E5BF-407B-991C-8BDA5AB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3-1">
            <a:extLst xmlns:a="http://schemas.openxmlformats.org/drawingml/2006/main">
              <a:ext uri="{FF2B5EF4-FFF2-40B4-BE49-F238E27FC236}">
                <a16:creationId xmlns:a16="http://schemas.microsoft.com/office/drawing/2014/main" id="{0389E337-E9C7-4ABE-9F50-FDCBB2D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3-1">
            <a:extLst xmlns:a="http://schemas.openxmlformats.org/drawingml/2006/main">
              <a:ext uri="{FF2B5EF4-FFF2-40B4-BE49-F238E27FC236}">
                <a16:creationId xmlns:a16="http://schemas.microsoft.com/office/drawing/2014/main" id="{B8D7D813-59D0-4381-9F88-93921036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3-2">
            <a:extLst xmlns:a="http://schemas.openxmlformats.org/drawingml/2006/main">
              <a:ext uri="{FF2B5EF4-FFF2-40B4-BE49-F238E27FC236}">
                <a16:creationId xmlns:a16="http://schemas.microsoft.com/office/drawing/2014/main" id="{F5B54202-4E31-4AD8-9F14-A2BBFD9C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3-2">
            <a:extLst xmlns:a="http://schemas.openxmlformats.org/drawingml/2006/main">
              <a:ext uri="{FF2B5EF4-FFF2-40B4-BE49-F238E27FC236}">
                <a16:creationId xmlns:a16="http://schemas.microsoft.com/office/drawing/2014/main" id="{AE3D933B-6DCF-4D54-BAF3-24D3F944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3-2">
            <a:extLst xmlns:a="http://schemas.openxmlformats.org/drawingml/2006/main">
              <a:ext uri="{FF2B5EF4-FFF2-40B4-BE49-F238E27FC236}">
                <a16:creationId xmlns:a16="http://schemas.microsoft.com/office/drawing/2014/main" id="{E469EBF1-95ED-4561-B7AC-05CBD99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3-3">
            <a:extLst xmlns:a="http://schemas.openxmlformats.org/drawingml/2006/main">
              <a:ext uri="{FF2B5EF4-FFF2-40B4-BE49-F238E27FC236}">
                <a16:creationId xmlns:a16="http://schemas.microsoft.com/office/drawing/2014/main" id="{503C825C-6D07-4982-871F-F0EE3700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3-3">
            <a:extLst xmlns:a="http://schemas.openxmlformats.org/drawingml/2006/main">
              <a:ext uri="{FF2B5EF4-FFF2-40B4-BE49-F238E27FC236}">
                <a16:creationId xmlns:a16="http://schemas.microsoft.com/office/drawing/2014/main" id="{171FFA1B-AECA-4E92-ACF1-458B5B67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3-3">
            <a:extLst xmlns:a="http://schemas.openxmlformats.org/drawingml/2006/main">
              <a:ext uri="{FF2B5EF4-FFF2-40B4-BE49-F238E27FC236}">
                <a16:creationId xmlns:a16="http://schemas.microsoft.com/office/drawing/2014/main" id="{590AE149-2821-4D53-8DD3-D0CEA96B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3-4">
            <a:extLst xmlns:a="http://schemas.openxmlformats.org/drawingml/2006/main">
              <a:ext uri="{FF2B5EF4-FFF2-40B4-BE49-F238E27FC236}">
                <a16:creationId xmlns:a16="http://schemas.microsoft.com/office/drawing/2014/main" id="{7AF6C7D1-948B-498F-B347-4F6D240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3-4">
            <a:extLst xmlns:a="http://schemas.openxmlformats.org/drawingml/2006/main">
              <a:ext uri="{FF2B5EF4-FFF2-40B4-BE49-F238E27FC236}">
                <a16:creationId xmlns:a16="http://schemas.microsoft.com/office/drawing/2014/main" id="{5C26180B-AFB8-4432-A42F-33349029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3-4">
            <a:extLst xmlns:a="http://schemas.openxmlformats.org/drawingml/2006/main">
              <a:ext uri="{FF2B5EF4-FFF2-40B4-BE49-F238E27FC236}">
                <a16:creationId xmlns:a16="http://schemas.microsoft.com/office/drawing/2014/main" id="{B2762EB5-FF02-44BA-A673-F99FB88B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3-5">
            <a:extLst xmlns:a="http://schemas.openxmlformats.org/drawingml/2006/main">
              <a:ext uri="{FF2B5EF4-FFF2-40B4-BE49-F238E27FC236}">
                <a16:creationId xmlns:a16="http://schemas.microsoft.com/office/drawing/2014/main" id="{A79D8FA7-7FB7-4024-8358-3A56D57F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3-5">
            <a:extLst xmlns:a="http://schemas.openxmlformats.org/drawingml/2006/main">
              <a:ext uri="{FF2B5EF4-FFF2-40B4-BE49-F238E27FC236}">
                <a16:creationId xmlns:a16="http://schemas.microsoft.com/office/drawing/2014/main" id="{C9187E24-5B75-4A8D-8868-C33C594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3-5">
            <a:extLst xmlns:a="http://schemas.openxmlformats.org/drawingml/2006/main">
              <a:ext uri="{FF2B5EF4-FFF2-40B4-BE49-F238E27FC236}">
                <a16:creationId xmlns:a16="http://schemas.microsoft.com/office/drawing/2014/main" id="{DABB0CD4-7925-4299-9924-F827090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3-6">
            <a:extLst xmlns:a="http://schemas.openxmlformats.org/drawingml/2006/main">
              <a:ext uri="{FF2B5EF4-FFF2-40B4-BE49-F238E27FC236}">
                <a16:creationId xmlns:a16="http://schemas.microsoft.com/office/drawing/2014/main" id="{78A6E98D-3C8C-4DF2-8398-F08701D4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3-6">
            <a:extLst xmlns:a="http://schemas.openxmlformats.org/drawingml/2006/main">
              <a:ext uri="{FF2B5EF4-FFF2-40B4-BE49-F238E27FC236}">
                <a16:creationId xmlns:a16="http://schemas.microsoft.com/office/drawing/2014/main" id="{8735583D-CC61-4DF9-BC20-E40A3F34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test-intro">
            <a:extLst xmlns:a="http://schemas.openxmlformats.org/drawingml/2006/main">
              <a:ext uri="{FF2B5EF4-FFF2-40B4-BE49-F238E27FC236}">
                <a16:creationId xmlns:a16="http://schemas.microsoft.com/office/drawing/2014/main" id="{741AB59B-E813-4C34-9F80-4D998D8A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5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[Tulis satu kalimat yang menjelaskan cara peserta masuk dan mengerjakan tes]</a:t>
            </a:r>
          </a:p>
        </p:txBody>
      </p:sp>
      <p:sp>
        <p:nvSpPr>
          <p:cNvPr id="25" name="test-number-0">
            <a:extLst xmlns:a="http://schemas.openxmlformats.org/drawingml/2006/main">
              <a:ext uri="{FF2B5EF4-FFF2-40B4-BE49-F238E27FC236}">
                <a16:creationId xmlns:a16="http://schemas.microsoft.com/office/drawing/2014/main" id="{5ADB9BA1-ECAF-4F33-87EF-5A36BBC6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26" name="test-line-0">
            <a:extLst xmlns:a="http://schemas.openxmlformats.org/drawingml/2006/main">
              <a:ext uri="{FF2B5EF4-FFF2-40B4-BE49-F238E27FC236}">
                <a16:creationId xmlns:a16="http://schemas.microsoft.com/office/drawing/2014/main" id="{D7A1EE9C-88F1-4BF8-A00F-CFF0481B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7" name="test-step-0">
            <a:extLst xmlns:a="http://schemas.openxmlformats.org/drawingml/2006/main">
              <a:ext uri="{FF2B5EF4-FFF2-40B4-BE49-F238E27FC236}">
                <a16:creationId xmlns:a16="http://schemas.microsoft.com/office/drawing/2014/main" id="{F132CB89-74AE-4760-994F-11418A7C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Identitas</a:t>
            </a:r>
          </a:p>
        </p:txBody>
      </p:sp>
      <p:sp>
        <p:nvSpPr>
          <p:cNvPr id="28" name="test-number-1">
            <a:extLst xmlns:a="http://schemas.openxmlformats.org/drawingml/2006/main">
              <a:ext uri="{FF2B5EF4-FFF2-40B4-BE49-F238E27FC236}">
                <a16:creationId xmlns:a16="http://schemas.microsoft.com/office/drawing/2014/main" id="{65E99730-E786-4DD0-932C-230B1FB8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29" name="test-line-1">
            <a:extLst xmlns:a="http://schemas.openxmlformats.org/drawingml/2006/main">
              <a:ext uri="{FF2B5EF4-FFF2-40B4-BE49-F238E27FC236}">
                <a16:creationId xmlns:a16="http://schemas.microsoft.com/office/drawing/2014/main" id="{E05BC237-0C7B-4A4D-9768-4401B17F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0" name="test-step-1">
            <a:extLst xmlns:a="http://schemas.openxmlformats.org/drawingml/2006/main">
              <a:ext uri="{FF2B5EF4-FFF2-40B4-BE49-F238E27FC236}">
                <a16:creationId xmlns:a16="http://schemas.microsoft.com/office/drawing/2014/main" id="{3BF42370-0264-4DEC-AC78-69E9240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Pre-test</a:t>
            </a:r>
          </a:p>
        </p:txBody>
      </p:sp>
      <p:sp>
        <p:nvSpPr>
          <p:cNvPr id="31" name="test-number-2">
            <a:extLst xmlns:a="http://schemas.openxmlformats.org/drawingml/2006/main">
              <a:ext uri="{FF2B5EF4-FFF2-40B4-BE49-F238E27FC236}">
                <a16:creationId xmlns:a16="http://schemas.microsoft.com/office/drawing/2014/main" id="{1D61C0AD-7B71-40EB-9E37-2DA1CA9B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32" name="test-line-2">
            <a:extLst xmlns:a="http://schemas.openxmlformats.org/drawingml/2006/main">
              <a:ext uri="{FF2B5EF4-FFF2-40B4-BE49-F238E27FC236}">
                <a16:creationId xmlns:a16="http://schemas.microsoft.com/office/drawing/2014/main" id="{C4DCE4EC-ED9E-48BC-AD72-AB3BA73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3" name="test-step-2">
            <a:extLst xmlns:a="http://schemas.openxmlformats.org/drawingml/2006/main">
              <a:ext uri="{FF2B5EF4-FFF2-40B4-BE49-F238E27FC236}">
                <a16:creationId xmlns:a16="http://schemas.microsoft.com/office/drawing/2014/main" id="{E402AB74-A99F-4257-A0A1-6389A50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Materi</a:t>
            </a:r>
          </a:p>
        </p:txBody>
      </p:sp>
      <p:sp>
        <p:nvSpPr>
          <p:cNvPr id="34" name="test-number-3">
            <a:extLst xmlns:a="http://schemas.openxmlformats.org/drawingml/2006/main">
              <a:ext uri="{FF2B5EF4-FFF2-40B4-BE49-F238E27FC236}">
                <a16:creationId xmlns:a16="http://schemas.microsoft.com/office/drawing/2014/main" id="{A130F1BF-0C92-40FC-8635-EEE6E129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35" name="test-line-3">
            <a:extLst xmlns:a="http://schemas.openxmlformats.org/drawingml/2006/main">
              <a:ext uri="{FF2B5EF4-FFF2-40B4-BE49-F238E27FC236}">
                <a16:creationId xmlns:a16="http://schemas.microsoft.com/office/drawing/2014/main" id="{333CECA1-E41A-409E-BBB6-A31C6BF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6" name="test-step-3">
            <a:extLst xmlns:a="http://schemas.openxmlformats.org/drawingml/2006/main">
              <a:ext uri="{FF2B5EF4-FFF2-40B4-BE49-F238E27FC236}">
                <a16:creationId xmlns:a16="http://schemas.microsoft.com/office/drawing/2014/main" id="{A495FB5E-5EA4-4005-9E7D-0E74C72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Post-test</a:t>
            </a:r>
          </a:p>
        </p:txBody>
      </p:sp>
      <p:sp>
        <p:nvSpPr>
          <p:cNvPr id="37" name="test-number-4">
            <a:extLst xmlns:a="http://schemas.openxmlformats.org/drawingml/2006/main">
              <a:ext uri="{FF2B5EF4-FFF2-40B4-BE49-F238E27FC236}">
                <a16:creationId xmlns:a16="http://schemas.microsoft.com/office/drawing/2014/main" id="{7E86D55D-E49F-4B5A-A9D3-2DFA8F1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05</a:t>
            </a:r>
          </a:p>
        </p:txBody>
      </p:sp>
      <p:sp>
        <p:nvSpPr>
          <p:cNvPr id="38" name="test-line-4">
            <a:extLst xmlns:a="http://schemas.openxmlformats.org/drawingml/2006/main">
              <a:ext uri="{FF2B5EF4-FFF2-40B4-BE49-F238E27FC236}">
                <a16:creationId xmlns:a16="http://schemas.microsoft.com/office/drawing/2014/main" id="{BE12C7B2-36C3-4D85-95EE-63328EE1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9" name="test-step-4">
            <a:extLst xmlns:a="http://schemas.openxmlformats.org/drawingml/2006/main">
              <a:ext uri="{FF2B5EF4-FFF2-40B4-BE49-F238E27FC236}">
                <a16:creationId xmlns:a16="http://schemas.microsoft.com/office/drawing/2014/main" id="{B6A64387-4272-4212-BF66-CDF5DA1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Hasil</a:t>
            </a:r>
          </a:p>
        </p:txBody>
      </p:sp>
      <p:sp>
        <p:nvSpPr>
          <p:cNvPr id="40" name="test-shot-surface">
            <a:extLst xmlns:a="http://schemas.openxmlformats.org/drawingml/2006/main">
              <a:ext uri="{FF2B5EF4-FFF2-40B4-BE49-F238E27FC236}">
                <a16:creationId xmlns:a16="http://schemas.microsoft.com/office/drawing/2014/main" id="{AD43EA9D-8059-4217-B819-A3FB4E1E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2038350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41" name="test-shot-inner">
            <a:extLst xmlns:a="http://schemas.openxmlformats.org/drawingml/2006/main">
              <a:ext uri="{FF2B5EF4-FFF2-40B4-BE49-F238E27FC236}">
                <a16:creationId xmlns:a16="http://schemas.microsoft.com/office/drawing/2014/main" id="{5ED5E0AF-D346-46A9-884A-635B9044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0934700" cy="1695450"/>
          </a:xfrm>
          <a:prstGeom xmlns:a="http://schemas.openxmlformats.org/drawingml/2006/main" prst="roundRect">
            <a:avLst>
              <a:gd name="adj" fmla="val 449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42" name="test-shot-tag">
            <a:extLst xmlns:a="http://schemas.openxmlformats.org/drawingml/2006/main">
              <a:ext uri="{FF2B5EF4-FFF2-40B4-BE49-F238E27FC236}">
                <a16:creationId xmlns:a16="http://schemas.microsoft.com/office/drawing/2014/main" id="{CEFFA953-08C9-4296-B043-F70BA075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43" name="test-shot-label">
            <a:extLst xmlns:a="http://schemas.openxmlformats.org/drawingml/2006/main">
              <a:ext uri="{FF2B5EF4-FFF2-40B4-BE49-F238E27FC236}">
                <a16:creationId xmlns:a16="http://schemas.microsoft.com/office/drawing/2014/main" id="{548796DC-B7F0-494F-B034-9706394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556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ALUR PESERTA</a:t>
            </a:r>
          </a:p>
        </p:txBody>
      </p:sp>
      <p:sp>
        <p:nvSpPr>
          <p:cNvPr id="44" name="test-shot-caption">
            <a:extLst xmlns:a="http://schemas.openxmlformats.org/drawingml/2006/main">
              <a:ext uri="{FF2B5EF4-FFF2-40B4-BE49-F238E27FC236}">
                <a16:creationId xmlns:a16="http://schemas.microsoft.com/office/drawing/2014/main" id="{D1C44826-45BC-486C-94EC-D28BF039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7993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Gunakan tampilan login, halaman soal, atau hasil tes. Pilih satu fokus utama.</a:t>
            </a:r>
          </a:p>
        </p:txBody>
      </p:sp>
    </p:spTree>
    <p:extLst>
      <p:ext uri="{BB962C8B-B14F-4D97-AF65-F5344CB8AC3E}">
        <p14:creationId xmlns:p14="http://schemas.microsoft.com/office/powerpoint/2010/main" val="1560983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885950" y="2905125"/>
            <a:ext cx="64770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3C0B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1885950" y="2647950"/>
            <a:ext cx="6477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7F62"/>
            </a:solidFill>
            <a:prstDash val="solid"/>
          </a:ln>
        </p:spPr>
      </p:cxnSp>
      <p:sp>
        <p:nvSpPr>
          <p:cNvPr id="39" name="section-7">
            <a:extLst xmlns:a="http://schemas.openxmlformats.org/drawingml/2006/main">
              <a:ext uri="{FF2B5EF4-FFF2-40B4-BE49-F238E27FC236}">
                <a16:creationId xmlns:a16="http://schemas.microsoft.com/office/drawing/2014/main" id="{2ED57458-A501-43D9-BB60-28A44AD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5 • NILAI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6483D82-E0C7-46BB-8E90-32946184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ATURAN KELULUSAN DAN REMEDIAL TERLIHAT JELAS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54715B5D-4694-456C-AC7E-AAAE1DF9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07 / 10</a:t>
            </a:r>
          </a:p>
        </p:txBody>
      </p:sp>
      <p:sp>
        <p:nvSpPr>
          <p:cNvPr id="4" name="rail-line-4-0">
            <a:extLst xmlns:a="http://schemas.openxmlformats.org/drawingml/2006/main">
              <a:ext uri="{FF2B5EF4-FFF2-40B4-BE49-F238E27FC236}">
                <a16:creationId xmlns:a16="http://schemas.microsoft.com/office/drawing/2014/main" id="{1161A426-769D-4031-8246-85B2A65A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4-0">
            <a:extLst xmlns:a="http://schemas.openxmlformats.org/drawingml/2006/main">
              <a:ext uri="{FF2B5EF4-FFF2-40B4-BE49-F238E27FC236}">
                <a16:creationId xmlns:a16="http://schemas.microsoft.com/office/drawing/2014/main" id="{E72BC30A-A175-4EAC-9751-7185D2EC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4-0">
            <a:extLst xmlns:a="http://schemas.openxmlformats.org/drawingml/2006/main">
              <a:ext uri="{FF2B5EF4-FFF2-40B4-BE49-F238E27FC236}">
                <a16:creationId xmlns:a16="http://schemas.microsoft.com/office/drawing/2014/main" id="{F6F0345D-0FFE-4DF0-990C-548F2690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4-1">
            <a:extLst xmlns:a="http://schemas.openxmlformats.org/drawingml/2006/main">
              <a:ext uri="{FF2B5EF4-FFF2-40B4-BE49-F238E27FC236}">
                <a16:creationId xmlns:a16="http://schemas.microsoft.com/office/drawing/2014/main" id="{2200F479-E0A8-4439-8B17-49AF66E5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4-1">
            <a:extLst xmlns:a="http://schemas.openxmlformats.org/drawingml/2006/main">
              <a:ext uri="{FF2B5EF4-FFF2-40B4-BE49-F238E27FC236}">
                <a16:creationId xmlns:a16="http://schemas.microsoft.com/office/drawing/2014/main" id="{6099BE3A-36CC-49AE-984E-2C1BFF3E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4-1">
            <a:extLst xmlns:a="http://schemas.openxmlformats.org/drawingml/2006/main">
              <a:ext uri="{FF2B5EF4-FFF2-40B4-BE49-F238E27FC236}">
                <a16:creationId xmlns:a16="http://schemas.microsoft.com/office/drawing/2014/main" id="{2761F8B9-41D9-4B56-BB53-64B2A523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4-2">
            <a:extLst xmlns:a="http://schemas.openxmlformats.org/drawingml/2006/main">
              <a:ext uri="{FF2B5EF4-FFF2-40B4-BE49-F238E27FC236}">
                <a16:creationId xmlns:a16="http://schemas.microsoft.com/office/drawing/2014/main" id="{87FDC727-30D1-433D-ADCF-9B62CD95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4-2">
            <a:extLst xmlns:a="http://schemas.openxmlformats.org/drawingml/2006/main">
              <a:ext uri="{FF2B5EF4-FFF2-40B4-BE49-F238E27FC236}">
                <a16:creationId xmlns:a16="http://schemas.microsoft.com/office/drawing/2014/main" id="{D62CAC24-3F79-4929-92F6-D1228B3B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4-2">
            <a:extLst xmlns:a="http://schemas.openxmlformats.org/drawingml/2006/main">
              <a:ext uri="{FF2B5EF4-FFF2-40B4-BE49-F238E27FC236}">
                <a16:creationId xmlns:a16="http://schemas.microsoft.com/office/drawing/2014/main" id="{638862E9-4E96-43C9-BA70-45221DC1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4-3">
            <a:extLst xmlns:a="http://schemas.openxmlformats.org/drawingml/2006/main">
              <a:ext uri="{FF2B5EF4-FFF2-40B4-BE49-F238E27FC236}">
                <a16:creationId xmlns:a16="http://schemas.microsoft.com/office/drawing/2014/main" id="{42A6BD3F-DD13-4579-88C0-F95D3ED5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4" name="rail-node-4-3">
            <a:extLst xmlns:a="http://schemas.openxmlformats.org/drawingml/2006/main">
              <a:ext uri="{FF2B5EF4-FFF2-40B4-BE49-F238E27FC236}">
                <a16:creationId xmlns:a16="http://schemas.microsoft.com/office/drawing/2014/main" id="{FBE12B45-594B-4D1F-91E4-088F397F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4-3">
            <a:extLst xmlns:a="http://schemas.openxmlformats.org/drawingml/2006/main">
              <a:ext uri="{FF2B5EF4-FFF2-40B4-BE49-F238E27FC236}">
                <a16:creationId xmlns:a16="http://schemas.microsoft.com/office/drawing/2014/main" id="{9270B20E-1A59-45B5-B3E1-8138625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4-4">
            <a:extLst xmlns:a="http://schemas.openxmlformats.org/drawingml/2006/main">
              <a:ext uri="{FF2B5EF4-FFF2-40B4-BE49-F238E27FC236}">
                <a16:creationId xmlns:a16="http://schemas.microsoft.com/office/drawing/2014/main" id="{2ACBA4BB-B9FE-4CFF-9641-56DAC1F8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4-4">
            <a:extLst xmlns:a="http://schemas.openxmlformats.org/drawingml/2006/main">
              <a:ext uri="{FF2B5EF4-FFF2-40B4-BE49-F238E27FC236}">
                <a16:creationId xmlns:a16="http://schemas.microsoft.com/office/drawing/2014/main" id="{459DC90E-0BDB-4708-A1DC-8F9FA97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4-4">
            <a:extLst xmlns:a="http://schemas.openxmlformats.org/drawingml/2006/main">
              <a:ext uri="{FF2B5EF4-FFF2-40B4-BE49-F238E27FC236}">
                <a16:creationId xmlns:a16="http://schemas.microsoft.com/office/drawing/2014/main" id="{273B31BB-D233-4E38-873A-C6D93389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4-5">
            <a:extLst xmlns:a="http://schemas.openxmlformats.org/drawingml/2006/main">
              <a:ext uri="{FF2B5EF4-FFF2-40B4-BE49-F238E27FC236}">
                <a16:creationId xmlns:a16="http://schemas.microsoft.com/office/drawing/2014/main" id="{77041683-3751-43CD-82DF-C4AD751E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4-5">
            <a:extLst xmlns:a="http://schemas.openxmlformats.org/drawingml/2006/main">
              <a:ext uri="{FF2B5EF4-FFF2-40B4-BE49-F238E27FC236}">
                <a16:creationId xmlns:a16="http://schemas.microsoft.com/office/drawing/2014/main" id="{DFC7C008-E6E3-4A65-BF4B-4EA1FB1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4-5">
            <a:extLst xmlns:a="http://schemas.openxmlformats.org/drawingml/2006/main">
              <a:ext uri="{FF2B5EF4-FFF2-40B4-BE49-F238E27FC236}">
                <a16:creationId xmlns:a16="http://schemas.microsoft.com/office/drawing/2014/main" id="{14AF0FF4-20DC-4B79-9692-1E0F50E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4-6">
            <a:extLst xmlns:a="http://schemas.openxmlformats.org/drawingml/2006/main">
              <a:ext uri="{FF2B5EF4-FFF2-40B4-BE49-F238E27FC236}">
                <a16:creationId xmlns:a16="http://schemas.microsoft.com/office/drawing/2014/main" id="{EE091DFE-8F6A-4683-9267-24D606E5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4-6">
            <a:extLst xmlns:a="http://schemas.openxmlformats.org/drawingml/2006/main">
              <a:ext uri="{FF2B5EF4-FFF2-40B4-BE49-F238E27FC236}">
                <a16:creationId xmlns:a16="http://schemas.microsoft.com/office/drawing/2014/main" id="{7F76912E-75AE-449F-9FE4-EDDA7F48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result-logic-label">
            <a:extLst xmlns:a="http://schemas.openxmlformats.org/drawingml/2006/main">
              <a:ext uri="{FF2B5EF4-FFF2-40B4-BE49-F238E27FC236}">
                <a16:creationId xmlns:a16="http://schemas.microsoft.com/office/drawing/2014/main" id="{01995D0E-409F-4DDC-8D14-B8A5DB9E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LOGIKA KELULUSAN</a:t>
            </a:r>
          </a:p>
        </p:txBody>
      </p:sp>
      <p:sp>
        <p:nvSpPr>
          <p:cNvPr id="25" name="result-start">
            <a:extLst xmlns:a="http://schemas.openxmlformats.org/drawingml/2006/main">
              <a:ext uri="{FF2B5EF4-FFF2-40B4-BE49-F238E27FC236}">
                <a16:creationId xmlns:a16="http://schemas.microsoft.com/office/drawing/2014/main" id="{61962FA8-9463-457B-A668-53D20FC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9525">
            <a:solidFill>
              <a:srgbClr val="C9D3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425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POST-TEST</a:t>
            </a:r>
          </a:p>
        </p:txBody>
      </p:sp>
      <p:sp>
        <p:nvSpPr>
          <p:cNvPr id="26" name="result-pass">
            <a:extLst xmlns:a="http://schemas.openxmlformats.org/drawingml/2006/main">
              <a:ext uri="{FF2B5EF4-FFF2-40B4-BE49-F238E27FC236}">
                <a16:creationId xmlns:a16="http://schemas.microsoft.com/office/drawing/2014/main" id="{D7F03107-CC97-4ABC-B429-0030A2E6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33625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13335">
            <a:solidFill>
              <a:srgbClr val="0A7F6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rPr>
              <a:t>SKOR ≥ BATAS</a:t>
            </a:r>
          </a:p>
          <a:p xmlns:a="http://schemas.openxmlformats.org/drawingml/2006/main">
            <a:pPr algn="ctr">
              <a:def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rPr>
              <a:t>LULUS</a:t>
            </a:r>
          </a:p>
        </p:txBody>
      </p:sp>
      <p:sp>
        <p:nvSpPr>
          <p:cNvPr id="27" name="result-remedial">
            <a:extLst xmlns:a="http://schemas.openxmlformats.org/drawingml/2006/main">
              <a:ext uri="{FF2B5EF4-FFF2-40B4-BE49-F238E27FC236}">
                <a16:creationId xmlns:a16="http://schemas.microsoft.com/office/drawing/2014/main" id="{D0C06CDD-CF05-4338-A446-F12D5E92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48025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E"/>
          </a:solidFill>
          <a:ln xmlns:a="http://schemas.openxmlformats.org/drawingml/2006/main" w="13335">
            <a:solidFill>
              <a:srgbClr val="B93C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rPr>
              <a:t>SKOR &lt; BATAS</a:t>
            </a:r>
          </a:p>
          <a:p xmlns:a="http://schemas.openxmlformats.org/drawingml/2006/main">
            <a:pPr algn="ctr">
              <a:def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rPr>
              <a:t>REMEDIAL</a:t>
            </a:r>
          </a:p>
        </p:txBody>
      </p:sp>
      <p:sp>
        <p:nvSpPr>
          <p:cNvPr id="30" name="result-helper">
            <a:extLst xmlns:a="http://schemas.openxmlformats.org/drawingml/2006/main">
              <a:ext uri="{FF2B5EF4-FFF2-40B4-BE49-F238E27FC236}">
                <a16:creationId xmlns:a16="http://schemas.microsoft.com/office/drawing/2014/main" id="{0EAADF88-17FA-4E57-9D23-9C49789A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[Sesuaikan jumlah remedial dan kondisi akhir tes]</a:t>
            </a:r>
          </a:p>
        </p:txBody>
      </p:sp>
      <p:graphicFrame>
        <p:nvGraphicFramePr>
          <p:cNvPr id="67" name=""/>
          <p:cNvGraphicFramePr/>
          <p:nvPr/>
        </p:nvGraphicFramePr>
        <p:xfrm>
          <a:off xmlns:a="http://schemas.openxmlformats.org/drawingml/2006/main" x="457200" y="4876800"/>
          <a:ext xmlns:a="http://schemas.openxmlformats.org/drawingml/2006/main" cx="58102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810000"/>
              </a:tblGrid>
              <a:tr h="419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1540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Batas kelulusan</a:t>
                      </a:r>
                    </a:p>
                  </a:txBody>
                  <a:tcPr marL="91440" marR="91440" marT="45720" marB="45720"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4507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[Contoh: 70]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1540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Remedial maksimal</a:t>
                      </a:r>
                    </a:p>
                  </a:txBody>
                  <a:tcPr marL="91440" marR="91440" marT="45720" marB="45720"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4507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[Contoh: 2 kali]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1540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Durasi tambahan</a:t>
                      </a:r>
                    </a:p>
                  </a:txBody>
                  <a:tcPr marL="91440" marR="91440" marT="45720" marB="45720"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4507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[Contoh: 7 menit per remedial]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2" name="result-shot-surface">
            <a:extLst xmlns:a="http://schemas.openxmlformats.org/drawingml/2006/main">
              <a:ext uri="{FF2B5EF4-FFF2-40B4-BE49-F238E27FC236}">
                <a16:creationId xmlns:a16="http://schemas.microsoft.com/office/drawing/2014/main" id="{AA83DA6D-DF17-4C2A-8BD1-D037701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5029200" cy="3990975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3" name="result-shot-inner">
            <a:extLst xmlns:a="http://schemas.openxmlformats.org/drawingml/2006/main">
              <a:ext uri="{FF2B5EF4-FFF2-40B4-BE49-F238E27FC236}">
                <a16:creationId xmlns:a16="http://schemas.microsoft.com/office/drawing/2014/main" id="{4D378794-813F-4D28-8FE2-5B62A5F5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14575"/>
            <a:ext cx="4686300" cy="3648075"/>
          </a:xfrm>
          <a:prstGeom xmlns:a="http://schemas.openxmlformats.org/drawingml/2006/main" prst="roundRect">
            <a:avLst>
              <a:gd name="adj" fmla="val 208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result-shot-tag">
            <a:extLst xmlns:a="http://schemas.openxmlformats.org/drawingml/2006/main">
              <a:ext uri="{FF2B5EF4-FFF2-40B4-BE49-F238E27FC236}">
                <a16:creationId xmlns:a16="http://schemas.microsoft.com/office/drawing/2014/main" id="{1179D3CA-B556-4FF4-86A4-5AFDF85A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5" name="result-shot-label">
            <a:extLst xmlns:a="http://schemas.openxmlformats.org/drawingml/2006/main">
              <a:ext uri="{FF2B5EF4-FFF2-40B4-BE49-F238E27FC236}">
                <a16:creationId xmlns:a16="http://schemas.microsoft.com/office/drawing/2014/main" id="{FC5B2412-CBEB-448A-A7D0-3145DE6B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9876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NILAI</a:t>
            </a:r>
          </a:p>
        </p:txBody>
      </p:sp>
      <p:sp>
        <p:nvSpPr>
          <p:cNvPr id="36" name="result-shot-caption">
            <a:extLst xmlns:a="http://schemas.openxmlformats.org/drawingml/2006/main">
              <a:ext uri="{FF2B5EF4-FFF2-40B4-BE49-F238E27FC236}">
                <a16:creationId xmlns:a16="http://schemas.microsoft.com/office/drawing/2014/main" id="{D450380B-12F6-4A7D-A8FC-E7948E29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891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rekap nilai, status kelulusan, atau riwayat remedial</a:t>
            </a:r>
          </a:p>
        </p:txBody>
      </p:sp>
    </p:spTree>
    <p:extLst>
      <p:ext uri="{BB962C8B-B14F-4D97-AF65-F5344CB8AC3E}">
        <p14:creationId xmlns:p14="http://schemas.microsoft.com/office/powerpoint/2010/main" val="347292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8">
            <a:extLst xmlns:a="http://schemas.openxmlformats.org/drawingml/2006/main">
              <a:ext uri="{FF2B5EF4-FFF2-40B4-BE49-F238E27FC236}">
                <a16:creationId xmlns:a16="http://schemas.microsoft.com/office/drawing/2014/main" id="{9410EF1C-7C47-4F2E-B5C6-C3546778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6 • EVALUASI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EE125C52-F9D0-4AB4-B18C-640D1D28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EVALUASI DAN KOREKSI NILAI MEMILIKI REKAM JEJAK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862D4E9D-F6EE-4643-8C1E-CBF77C54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08 / 10</a:t>
            </a:r>
          </a:p>
        </p:txBody>
      </p:sp>
      <p:sp>
        <p:nvSpPr>
          <p:cNvPr id="4" name="rail-line-5-0">
            <a:extLst xmlns:a="http://schemas.openxmlformats.org/drawingml/2006/main">
              <a:ext uri="{FF2B5EF4-FFF2-40B4-BE49-F238E27FC236}">
                <a16:creationId xmlns:a16="http://schemas.microsoft.com/office/drawing/2014/main" id="{35F8D890-2847-4016-8BC4-E311611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5-0">
            <a:extLst xmlns:a="http://schemas.openxmlformats.org/drawingml/2006/main">
              <a:ext uri="{FF2B5EF4-FFF2-40B4-BE49-F238E27FC236}">
                <a16:creationId xmlns:a16="http://schemas.microsoft.com/office/drawing/2014/main" id="{930853C4-7476-4DE1-82B9-AC81EA3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5-0">
            <a:extLst xmlns:a="http://schemas.openxmlformats.org/drawingml/2006/main">
              <a:ext uri="{FF2B5EF4-FFF2-40B4-BE49-F238E27FC236}">
                <a16:creationId xmlns:a16="http://schemas.microsoft.com/office/drawing/2014/main" id="{72C1BE28-4E2F-4105-9140-1CC21EBF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5-1">
            <a:extLst xmlns:a="http://schemas.openxmlformats.org/drawingml/2006/main">
              <a:ext uri="{FF2B5EF4-FFF2-40B4-BE49-F238E27FC236}">
                <a16:creationId xmlns:a16="http://schemas.microsoft.com/office/drawing/2014/main" id="{E917B56D-1131-4630-B34B-36D6D6F5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5-1">
            <a:extLst xmlns:a="http://schemas.openxmlformats.org/drawingml/2006/main">
              <a:ext uri="{FF2B5EF4-FFF2-40B4-BE49-F238E27FC236}">
                <a16:creationId xmlns:a16="http://schemas.microsoft.com/office/drawing/2014/main" id="{4ED526A2-A781-471C-9876-9D6DA33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5-1">
            <a:extLst xmlns:a="http://schemas.openxmlformats.org/drawingml/2006/main">
              <a:ext uri="{FF2B5EF4-FFF2-40B4-BE49-F238E27FC236}">
                <a16:creationId xmlns:a16="http://schemas.microsoft.com/office/drawing/2014/main" id="{32140DB9-F4E2-4423-B431-F3CFF4F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5-2">
            <a:extLst xmlns:a="http://schemas.openxmlformats.org/drawingml/2006/main">
              <a:ext uri="{FF2B5EF4-FFF2-40B4-BE49-F238E27FC236}">
                <a16:creationId xmlns:a16="http://schemas.microsoft.com/office/drawing/2014/main" id="{88152D28-02CA-4C2A-9F10-03FAC6F5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5-2">
            <a:extLst xmlns:a="http://schemas.openxmlformats.org/drawingml/2006/main">
              <a:ext uri="{FF2B5EF4-FFF2-40B4-BE49-F238E27FC236}">
                <a16:creationId xmlns:a16="http://schemas.microsoft.com/office/drawing/2014/main" id="{C41F030B-677B-4754-9F77-5AA55C76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5-2">
            <a:extLst xmlns:a="http://schemas.openxmlformats.org/drawingml/2006/main">
              <a:ext uri="{FF2B5EF4-FFF2-40B4-BE49-F238E27FC236}">
                <a16:creationId xmlns:a16="http://schemas.microsoft.com/office/drawing/2014/main" id="{27486380-AA82-45B3-9897-2A4B1D0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5-3">
            <a:extLst xmlns:a="http://schemas.openxmlformats.org/drawingml/2006/main">
              <a:ext uri="{FF2B5EF4-FFF2-40B4-BE49-F238E27FC236}">
                <a16:creationId xmlns:a16="http://schemas.microsoft.com/office/drawing/2014/main" id="{D7330C78-DFCE-4420-9E3C-B4186826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4" name="rail-node-5-3">
            <a:extLst xmlns:a="http://schemas.openxmlformats.org/drawingml/2006/main">
              <a:ext uri="{FF2B5EF4-FFF2-40B4-BE49-F238E27FC236}">
                <a16:creationId xmlns:a16="http://schemas.microsoft.com/office/drawing/2014/main" id="{E497718C-614F-4200-8B92-DDD14DF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5-3">
            <a:extLst xmlns:a="http://schemas.openxmlformats.org/drawingml/2006/main">
              <a:ext uri="{FF2B5EF4-FFF2-40B4-BE49-F238E27FC236}">
                <a16:creationId xmlns:a16="http://schemas.microsoft.com/office/drawing/2014/main" id="{36035187-EE4F-4EB5-82E2-80F0198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5-4">
            <a:extLst xmlns:a="http://schemas.openxmlformats.org/drawingml/2006/main">
              <a:ext uri="{FF2B5EF4-FFF2-40B4-BE49-F238E27FC236}">
                <a16:creationId xmlns:a16="http://schemas.microsoft.com/office/drawing/2014/main" id="{8525B9B0-2BAF-4A37-804B-380811E6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7" name="rail-node-5-4">
            <a:extLst xmlns:a="http://schemas.openxmlformats.org/drawingml/2006/main">
              <a:ext uri="{FF2B5EF4-FFF2-40B4-BE49-F238E27FC236}">
                <a16:creationId xmlns:a16="http://schemas.microsoft.com/office/drawing/2014/main" id="{A08FA06B-867A-4B90-982F-542E6656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5-4">
            <a:extLst xmlns:a="http://schemas.openxmlformats.org/drawingml/2006/main">
              <a:ext uri="{FF2B5EF4-FFF2-40B4-BE49-F238E27FC236}">
                <a16:creationId xmlns:a16="http://schemas.microsoft.com/office/drawing/2014/main" id="{F039D5FB-C815-4263-BB06-ADAD2CA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5-5">
            <a:extLst xmlns:a="http://schemas.openxmlformats.org/drawingml/2006/main">
              <a:ext uri="{FF2B5EF4-FFF2-40B4-BE49-F238E27FC236}">
                <a16:creationId xmlns:a16="http://schemas.microsoft.com/office/drawing/2014/main" id="{4A55F3ED-D353-4547-8F2A-200E9ABF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5-5">
            <a:extLst xmlns:a="http://schemas.openxmlformats.org/drawingml/2006/main">
              <a:ext uri="{FF2B5EF4-FFF2-40B4-BE49-F238E27FC236}">
                <a16:creationId xmlns:a16="http://schemas.microsoft.com/office/drawing/2014/main" id="{2FD3E2F6-598C-4706-A6B5-6E8FD37D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5-5">
            <a:extLst xmlns:a="http://schemas.openxmlformats.org/drawingml/2006/main">
              <a:ext uri="{FF2B5EF4-FFF2-40B4-BE49-F238E27FC236}">
                <a16:creationId xmlns:a16="http://schemas.microsoft.com/office/drawing/2014/main" id="{2BD03DF6-59AF-4A90-9320-7C6CF17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5-6">
            <a:extLst xmlns:a="http://schemas.openxmlformats.org/drawingml/2006/main">
              <a:ext uri="{FF2B5EF4-FFF2-40B4-BE49-F238E27FC236}">
                <a16:creationId xmlns:a16="http://schemas.microsoft.com/office/drawing/2014/main" id="{30416595-3DDB-4DD4-9535-BA77C097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5-6">
            <a:extLst xmlns:a="http://schemas.openxmlformats.org/drawingml/2006/main">
              <a:ext uri="{FF2B5EF4-FFF2-40B4-BE49-F238E27FC236}">
                <a16:creationId xmlns:a16="http://schemas.microsoft.com/office/drawing/2014/main" id="{E529AEEB-A47F-402E-B7A4-0941385F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evaluation-panel">
            <a:extLst xmlns:a="http://schemas.openxmlformats.org/drawingml/2006/main">
              <a:ext uri="{FF2B5EF4-FFF2-40B4-BE49-F238E27FC236}">
                <a16:creationId xmlns:a16="http://schemas.microsoft.com/office/drawing/2014/main" id="{6655A1CE-EC39-4B04-92CD-05BF0300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3009900" cy="32385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aluation-number">
            <a:extLst xmlns:a="http://schemas.openxmlformats.org/drawingml/2006/main">
              <a:ext uri="{FF2B5EF4-FFF2-40B4-BE49-F238E27FC236}">
                <a16:creationId xmlns:a16="http://schemas.microsoft.com/office/drawing/2014/main" id="{728B1405-25C4-4E98-8E24-CE5DAA7F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26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0E0702AA-089C-45B2-BBD9-12395B6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Evaluasi mutu</a:t>
            </a:r>
          </a:p>
        </p:txBody>
      </p:sp>
      <p:sp>
        <p:nvSpPr>
          <p:cNvPr id="27" name="evaluation-copy">
            <a:extLst xmlns:a="http://schemas.openxmlformats.org/drawingml/2006/main">
              <a:ext uri="{FF2B5EF4-FFF2-40B4-BE49-F238E27FC236}">
                <a16:creationId xmlns:a16="http://schemas.microsoft.com/office/drawing/2014/main" id="{9C40C38B-FAE4-4A44-BBC2-A16DD8F4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kuesioner, jadwal evaluasi, dan indikator mutu yang dipantau]</a:t>
            </a:r>
          </a:p>
        </p:txBody>
      </p:sp>
      <p:sp>
        <p:nvSpPr>
          <p:cNvPr id="28" name="audit-panel">
            <a:extLst xmlns:a="http://schemas.openxmlformats.org/drawingml/2006/main">
              <a:ext uri="{FF2B5EF4-FFF2-40B4-BE49-F238E27FC236}">
                <a16:creationId xmlns:a16="http://schemas.microsoft.com/office/drawing/2014/main" id="{58422C4D-E1C5-4586-BA57-64366B1F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3009900" cy="32385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udit-number">
            <a:extLst xmlns:a="http://schemas.openxmlformats.org/drawingml/2006/main">
              <a:ext uri="{FF2B5EF4-FFF2-40B4-BE49-F238E27FC236}">
                <a16:creationId xmlns:a16="http://schemas.microsoft.com/office/drawing/2014/main" id="{9D7AC786-843B-4392-BACC-1CD5A28D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30" name="audit-title">
            <a:extLst xmlns:a="http://schemas.openxmlformats.org/drawingml/2006/main">
              <a:ext uri="{FF2B5EF4-FFF2-40B4-BE49-F238E27FC236}">
                <a16:creationId xmlns:a16="http://schemas.microsoft.com/office/drawing/2014/main" id="{D1690588-EE29-4733-9761-27271A17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Koreksi dan audit</a:t>
            </a:r>
          </a:p>
        </p:txBody>
      </p:sp>
      <p:sp>
        <p:nvSpPr>
          <p:cNvPr id="31" name="audit-copy">
            <a:extLst xmlns:a="http://schemas.openxmlformats.org/drawingml/2006/main">
              <a:ext uri="{FF2B5EF4-FFF2-40B4-BE49-F238E27FC236}">
                <a16:creationId xmlns:a16="http://schemas.microsoft.com/office/drawing/2014/main" id="{C3785A7D-37C1-4C39-88C9-7DE36A5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persetujuan, alasan koreksi, waktu perubahan, dan identitas editor]</a:t>
            </a:r>
          </a:p>
        </p:txBody>
      </p:sp>
      <p:sp>
        <p:nvSpPr>
          <p:cNvPr id="32" name="evaluation-shot-surface">
            <a:extLst xmlns:a="http://schemas.openxmlformats.org/drawingml/2006/main">
              <a:ext uri="{FF2B5EF4-FFF2-40B4-BE49-F238E27FC236}">
                <a16:creationId xmlns:a16="http://schemas.microsoft.com/office/drawing/2014/main" id="{3ED6AEFC-3C2E-4DDE-B4DB-EDD49A2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90975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3" name="evaluation-shot-inner">
            <a:extLst xmlns:a="http://schemas.openxmlformats.org/drawingml/2006/main">
              <a:ext uri="{FF2B5EF4-FFF2-40B4-BE49-F238E27FC236}">
                <a16:creationId xmlns:a16="http://schemas.microsoft.com/office/drawing/2014/main" id="{C9D5C337-3FB5-4E1B-9822-60DE8AA1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48075"/>
          </a:xfrm>
          <a:prstGeom xmlns:a="http://schemas.openxmlformats.org/drawingml/2006/main" prst="roundRect">
            <a:avLst>
              <a:gd name="adj" fmla="val 208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evaluation-shot-tag">
            <a:extLst xmlns:a="http://schemas.openxmlformats.org/drawingml/2006/main">
              <a:ext uri="{FF2B5EF4-FFF2-40B4-BE49-F238E27FC236}">
                <a16:creationId xmlns:a16="http://schemas.microsoft.com/office/drawing/2014/main" id="{833F9A8B-E945-4AF3-9E00-65A90ED6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5" name="evaluation-shot-label">
            <a:extLst xmlns:a="http://schemas.openxmlformats.org/drawingml/2006/main">
              <a:ext uri="{FF2B5EF4-FFF2-40B4-BE49-F238E27FC236}">
                <a16:creationId xmlns:a16="http://schemas.microsoft.com/office/drawing/2014/main" id="{1DE03E41-0D5D-463A-B0B6-ED3403FC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79876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EVALUASI</a:t>
            </a:r>
          </a:p>
        </p:txBody>
      </p:sp>
      <p:sp>
        <p:nvSpPr>
          <p:cNvPr id="36" name="evaluation-shot-caption">
            <a:extLst xmlns:a="http://schemas.openxmlformats.org/drawingml/2006/main">
              <a:ext uri="{FF2B5EF4-FFF2-40B4-BE49-F238E27FC236}">
                <a16:creationId xmlns:a16="http://schemas.microsoft.com/office/drawing/2014/main" id="{AC8106C3-19A9-42C4-B467-773FC77D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891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kuesioner, ringkasan respons, atau audit log</a:t>
            </a:r>
          </a:p>
        </p:txBody>
      </p:sp>
    </p:spTree>
    <p:extLst>
      <p:ext uri="{BB962C8B-B14F-4D97-AF65-F5344CB8AC3E}">
        <p14:creationId xmlns:p14="http://schemas.microsoft.com/office/powerpoint/2010/main" val="46150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9">
            <a:extLst xmlns:a="http://schemas.openxmlformats.org/drawingml/2006/main">
              <a:ext uri="{FF2B5EF4-FFF2-40B4-BE49-F238E27FC236}">
                <a16:creationId xmlns:a16="http://schemas.microsoft.com/office/drawing/2014/main" id="{AB245D1E-0B3D-4FC5-865B-16A3D647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7 • DOKUMEN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406161E-C7C0-43A5-A440-630CD07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DOKUMEN AKHIR TERBIT DENGAN FORMAT YANG KONSISTEN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E2410DF7-EB89-47A6-BA06-4617146F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09 / 10</a:t>
            </a:r>
          </a:p>
        </p:txBody>
      </p:sp>
      <p:sp>
        <p:nvSpPr>
          <p:cNvPr id="4" name="rail-line-6-0">
            <a:extLst xmlns:a="http://schemas.openxmlformats.org/drawingml/2006/main">
              <a:ext uri="{FF2B5EF4-FFF2-40B4-BE49-F238E27FC236}">
                <a16:creationId xmlns:a16="http://schemas.microsoft.com/office/drawing/2014/main" id="{21B909EC-BD20-4048-AA1D-F55427D1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6-0">
            <a:extLst xmlns:a="http://schemas.openxmlformats.org/drawingml/2006/main">
              <a:ext uri="{FF2B5EF4-FFF2-40B4-BE49-F238E27FC236}">
                <a16:creationId xmlns:a16="http://schemas.microsoft.com/office/drawing/2014/main" id="{47832A55-08CF-4B52-B70C-9B18B7F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6-0">
            <a:extLst xmlns:a="http://schemas.openxmlformats.org/drawingml/2006/main">
              <a:ext uri="{FF2B5EF4-FFF2-40B4-BE49-F238E27FC236}">
                <a16:creationId xmlns:a16="http://schemas.microsoft.com/office/drawing/2014/main" id="{18F876F9-A4F6-4EE0-B9C9-B9D823A6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6-1">
            <a:extLst xmlns:a="http://schemas.openxmlformats.org/drawingml/2006/main">
              <a:ext uri="{FF2B5EF4-FFF2-40B4-BE49-F238E27FC236}">
                <a16:creationId xmlns:a16="http://schemas.microsoft.com/office/drawing/2014/main" id="{4B14C5C8-25EF-4C11-9BF4-BF1B9CD2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6-1">
            <a:extLst xmlns:a="http://schemas.openxmlformats.org/drawingml/2006/main">
              <a:ext uri="{FF2B5EF4-FFF2-40B4-BE49-F238E27FC236}">
                <a16:creationId xmlns:a16="http://schemas.microsoft.com/office/drawing/2014/main" id="{8ABCD662-9A61-4C5B-BEB6-15B0372A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6-1">
            <a:extLst xmlns:a="http://schemas.openxmlformats.org/drawingml/2006/main">
              <a:ext uri="{FF2B5EF4-FFF2-40B4-BE49-F238E27FC236}">
                <a16:creationId xmlns:a16="http://schemas.microsoft.com/office/drawing/2014/main" id="{FBC1218F-B756-49F3-AD06-6081EEA6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6-2">
            <a:extLst xmlns:a="http://schemas.openxmlformats.org/drawingml/2006/main">
              <a:ext uri="{FF2B5EF4-FFF2-40B4-BE49-F238E27FC236}">
                <a16:creationId xmlns:a16="http://schemas.microsoft.com/office/drawing/2014/main" id="{6C19878A-9119-4193-8024-5858817F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6-2">
            <a:extLst xmlns:a="http://schemas.openxmlformats.org/drawingml/2006/main">
              <a:ext uri="{FF2B5EF4-FFF2-40B4-BE49-F238E27FC236}">
                <a16:creationId xmlns:a16="http://schemas.microsoft.com/office/drawing/2014/main" id="{D5B89048-6AD2-4DBA-9284-B34A6530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6-2">
            <a:extLst xmlns:a="http://schemas.openxmlformats.org/drawingml/2006/main">
              <a:ext uri="{FF2B5EF4-FFF2-40B4-BE49-F238E27FC236}">
                <a16:creationId xmlns:a16="http://schemas.microsoft.com/office/drawing/2014/main" id="{092C4BD4-61BA-4F3B-83E9-BE595F8B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6-3">
            <a:extLst xmlns:a="http://schemas.openxmlformats.org/drawingml/2006/main">
              <a:ext uri="{FF2B5EF4-FFF2-40B4-BE49-F238E27FC236}">
                <a16:creationId xmlns:a16="http://schemas.microsoft.com/office/drawing/2014/main" id="{397F1D66-5F88-477B-97A0-4D2150D6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4" name="rail-node-6-3">
            <a:extLst xmlns:a="http://schemas.openxmlformats.org/drawingml/2006/main">
              <a:ext uri="{FF2B5EF4-FFF2-40B4-BE49-F238E27FC236}">
                <a16:creationId xmlns:a16="http://schemas.microsoft.com/office/drawing/2014/main" id="{35AB2416-59DA-4FAA-876B-BDA58E4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6-3">
            <a:extLst xmlns:a="http://schemas.openxmlformats.org/drawingml/2006/main">
              <a:ext uri="{FF2B5EF4-FFF2-40B4-BE49-F238E27FC236}">
                <a16:creationId xmlns:a16="http://schemas.microsoft.com/office/drawing/2014/main" id="{1827E88A-5CBD-4B30-B2C7-A7F040FA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6-4">
            <a:extLst xmlns:a="http://schemas.openxmlformats.org/drawingml/2006/main">
              <a:ext uri="{FF2B5EF4-FFF2-40B4-BE49-F238E27FC236}">
                <a16:creationId xmlns:a16="http://schemas.microsoft.com/office/drawing/2014/main" id="{EE501C03-78BC-4480-B017-5FCDFFDC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7" name="rail-node-6-4">
            <a:extLst xmlns:a="http://schemas.openxmlformats.org/drawingml/2006/main">
              <a:ext uri="{FF2B5EF4-FFF2-40B4-BE49-F238E27FC236}">
                <a16:creationId xmlns:a16="http://schemas.microsoft.com/office/drawing/2014/main" id="{8DEA9C43-11E9-4BA6-A0CE-F4561EB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6-4">
            <a:extLst xmlns:a="http://schemas.openxmlformats.org/drawingml/2006/main">
              <a:ext uri="{FF2B5EF4-FFF2-40B4-BE49-F238E27FC236}">
                <a16:creationId xmlns:a16="http://schemas.microsoft.com/office/drawing/2014/main" id="{71E595EA-F5D5-47AF-92E3-5E3B575E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6-5">
            <a:extLst xmlns:a="http://schemas.openxmlformats.org/drawingml/2006/main">
              <a:ext uri="{FF2B5EF4-FFF2-40B4-BE49-F238E27FC236}">
                <a16:creationId xmlns:a16="http://schemas.microsoft.com/office/drawing/2014/main" id="{20964B49-C68F-4C1C-9B89-C021BCF5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0" name="rail-node-6-5">
            <a:extLst xmlns:a="http://schemas.openxmlformats.org/drawingml/2006/main">
              <a:ext uri="{FF2B5EF4-FFF2-40B4-BE49-F238E27FC236}">
                <a16:creationId xmlns:a16="http://schemas.microsoft.com/office/drawing/2014/main" id="{FF76A54E-5B20-4E65-95FE-53B22CD8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6-5">
            <a:extLst xmlns:a="http://schemas.openxmlformats.org/drawingml/2006/main">
              <a:ext uri="{FF2B5EF4-FFF2-40B4-BE49-F238E27FC236}">
                <a16:creationId xmlns:a16="http://schemas.microsoft.com/office/drawing/2014/main" id="{01B5BB11-A58B-44F6-8A27-56B6EC8F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6-6">
            <a:extLst xmlns:a="http://schemas.openxmlformats.org/drawingml/2006/main">
              <a:ext uri="{FF2B5EF4-FFF2-40B4-BE49-F238E27FC236}">
                <a16:creationId xmlns:a16="http://schemas.microsoft.com/office/drawing/2014/main" id="{A7AB37AF-1070-49FB-8465-7473AA1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6-6">
            <a:extLst xmlns:a="http://schemas.openxmlformats.org/drawingml/2006/main">
              <a:ext uri="{FF2B5EF4-FFF2-40B4-BE49-F238E27FC236}">
                <a16:creationId xmlns:a16="http://schemas.microsoft.com/office/drawing/2014/main" id="{D85860DC-59B7-49F1-9D98-E0626DB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document-mark-0">
            <a:extLst xmlns:a="http://schemas.openxmlformats.org/drawingml/2006/main">
              <a:ext uri="{FF2B5EF4-FFF2-40B4-BE49-F238E27FC236}">
                <a16:creationId xmlns:a16="http://schemas.microsoft.com/office/drawing/2014/main" id="{6F4F0B6B-5D51-4351-A49E-5E6AE465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document-copy-0">
            <a:extLst xmlns:a="http://schemas.openxmlformats.org/drawingml/2006/main">
              <a:ext uri="{FF2B5EF4-FFF2-40B4-BE49-F238E27FC236}">
                <a16:creationId xmlns:a16="http://schemas.microsoft.com/office/drawing/2014/main" id="{A9D19B8B-A0E8-4907-AC46-3B6D5D25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[Jenis dokumen yang dihasilkan]</a:t>
            </a:r>
          </a:p>
        </p:txBody>
      </p:sp>
      <p:sp>
        <p:nvSpPr>
          <p:cNvPr id="26" name="document-mark-1">
            <a:extLst xmlns:a="http://schemas.openxmlformats.org/drawingml/2006/main">
              <a:ext uri="{FF2B5EF4-FFF2-40B4-BE49-F238E27FC236}">
                <a16:creationId xmlns:a16="http://schemas.microsoft.com/office/drawing/2014/main" id="{CC0F6895-C0A2-4FAE-A742-5ABCD5C1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7" name="document-copy-1">
            <a:extLst xmlns:a="http://schemas.openxmlformats.org/drawingml/2006/main">
              <a:ext uri="{FF2B5EF4-FFF2-40B4-BE49-F238E27FC236}">
                <a16:creationId xmlns:a16="http://schemas.microsoft.com/office/drawing/2014/main" id="{EB5BDBD1-7A25-493E-8E5B-CB9E227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[Aturan penulisan nama dan tanggal]</a:t>
            </a:r>
          </a:p>
        </p:txBody>
      </p:sp>
      <p:sp>
        <p:nvSpPr>
          <p:cNvPr id="28" name="document-mark-2">
            <a:extLst xmlns:a="http://schemas.openxmlformats.org/drawingml/2006/main">
              <a:ext uri="{FF2B5EF4-FFF2-40B4-BE49-F238E27FC236}">
                <a16:creationId xmlns:a16="http://schemas.microsoft.com/office/drawing/2014/main" id="{596AB2A8-AB06-4D53-8AFE-89BE71C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29" name="document-copy-2">
            <a:extLst xmlns:a="http://schemas.openxmlformats.org/drawingml/2006/main">
              <a:ext uri="{FF2B5EF4-FFF2-40B4-BE49-F238E27FC236}">
                <a16:creationId xmlns:a16="http://schemas.microsoft.com/office/drawing/2014/main" id="{73D25FF8-EBC1-45F1-9526-95E1173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[Unit kompetensi atau informasi wajib]</a:t>
            </a:r>
          </a:p>
        </p:txBody>
      </p:sp>
      <p:sp>
        <p:nvSpPr>
          <p:cNvPr id="30" name="document-mark-3">
            <a:extLst xmlns:a="http://schemas.openxmlformats.org/drawingml/2006/main">
              <a:ext uri="{FF2B5EF4-FFF2-40B4-BE49-F238E27FC236}">
                <a16:creationId xmlns:a16="http://schemas.microsoft.com/office/drawing/2014/main" id="{B751AC75-8DF8-4DB1-AD86-770144E2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04</a:t>
            </a:r>
          </a:p>
        </p:txBody>
      </p:sp>
      <p:sp>
        <p:nvSpPr>
          <p:cNvPr id="31" name="document-copy-3">
            <a:extLst xmlns:a="http://schemas.openxmlformats.org/drawingml/2006/main">
              <a:ext uri="{FF2B5EF4-FFF2-40B4-BE49-F238E27FC236}">
                <a16:creationId xmlns:a16="http://schemas.microsoft.com/office/drawing/2014/main" id="{F8290652-1BB9-4A7D-9F65-A3B26232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[Penomoran otomatis dan status penerbitan]</a:t>
            </a:r>
          </a:p>
        </p:txBody>
      </p:sp>
      <p:sp>
        <p:nvSpPr>
          <p:cNvPr id="32" name="document-shot-surface">
            <a:extLst xmlns:a="http://schemas.openxmlformats.org/drawingml/2006/main">
              <a:ext uri="{FF2B5EF4-FFF2-40B4-BE49-F238E27FC236}">
                <a16:creationId xmlns:a16="http://schemas.microsoft.com/office/drawing/2014/main" id="{31CB0ED1-15BB-49E7-AE8F-6301B572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90975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3" name="document-shot-inner">
            <a:extLst xmlns:a="http://schemas.openxmlformats.org/drawingml/2006/main">
              <a:ext uri="{FF2B5EF4-FFF2-40B4-BE49-F238E27FC236}">
                <a16:creationId xmlns:a16="http://schemas.microsoft.com/office/drawing/2014/main" id="{40A343D7-3B3D-4278-8D62-CF2C32B8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48075"/>
          </a:xfrm>
          <a:prstGeom xmlns:a="http://schemas.openxmlformats.org/drawingml/2006/main" prst="roundRect">
            <a:avLst>
              <a:gd name="adj" fmla="val 208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document-shot-tag">
            <a:extLst xmlns:a="http://schemas.openxmlformats.org/drawingml/2006/main">
              <a:ext uri="{FF2B5EF4-FFF2-40B4-BE49-F238E27FC236}">
                <a16:creationId xmlns:a16="http://schemas.microsoft.com/office/drawing/2014/main" id="{B1A90CCE-8A83-4C9F-8771-301F8926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5" name="document-shot-label">
            <a:extLst xmlns:a="http://schemas.openxmlformats.org/drawingml/2006/main">
              <a:ext uri="{FF2B5EF4-FFF2-40B4-BE49-F238E27FC236}">
                <a16:creationId xmlns:a16="http://schemas.microsoft.com/office/drawing/2014/main" id="{EB88C6B9-7A23-4AD7-8A71-D920164B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79876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PREVIEW DOKUMEN</a:t>
            </a:r>
          </a:p>
        </p:txBody>
      </p:sp>
      <p:sp>
        <p:nvSpPr>
          <p:cNvPr id="36" name="document-shot-caption">
            <a:extLst xmlns:a="http://schemas.openxmlformats.org/drawingml/2006/main">
              <a:ext uri="{FF2B5EF4-FFF2-40B4-BE49-F238E27FC236}">
                <a16:creationId xmlns:a16="http://schemas.microsoft.com/office/drawing/2014/main" id="{E8722152-FABE-4E07-94D6-F9248438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891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sertifikat, surat keterangan, atau laporan hasil</a:t>
            </a:r>
          </a:p>
        </p:txBody>
      </p:sp>
    </p:spTree>
    <p:extLst>
      <p:ext uri="{BB962C8B-B14F-4D97-AF65-F5344CB8AC3E}">
        <p14:creationId xmlns:p14="http://schemas.microsoft.com/office/powerpoint/2010/main" val="1057921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3B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10">
            <a:extLst xmlns:a="http://schemas.openxmlformats.org/drawingml/2006/main">
              <a:ext uri="{FF2B5EF4-FFF2-40B4-BE49-F238E27FC236}">
                <a16:creationId xmlns:a16="http://schemas.microsoft.com/office/drawing/2014/main" id="{5FCA8B7E-628E-4E0B-AD9C-38890E8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RINGKASAN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8D6B788-0AE4-4CAE-842C-0A0C9DF2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60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DAMPAK SISTEM BAGI PENGELOLAAN PELATIHAN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03DB4BF4-48AE-4075-8303-B1D9E54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10 / 10</a:t>
            </a:r>
          </a:p>
        </p:txBody>
      </p:sp>
      <p:sp>
        <p:nvSpPr>
          <p:cNvPr id="4" name="impact-panel-0">
            <a:extLst xmlns:a="http://schemas.openxmlformats.org/drawingml/2006/main">
              <a:ext uri="{FF2B5EF4-FFF2-40B4-BE49-F238E27FC236}">
                <a16:creationId xmlns:a16="http://schemas.microsoft.com/office/drawing/2014/main" id="{2133B0EF-F7F6-4914-990A-694CB857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5" name="impact-title-0">
            <a:extLst xmlns:a="http://schemas.openxmlformats.org/drawingml/2006/main">
              <a:ext uri="{FF2B5EF4-FFF2-40B4-BE49-F238E27FC236}">
                <a16:creationId xmlns:a16="http://schemas.microsoft.com/office/drawing/2014/main" id="{C01B0892-8046-4E81-9164-A20FF34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Efisien</a:t>
            </a:r>
          </a:p>
        </p:txBody>
      </p:sp>
      <p:sp>
        <p:nvSpPr>
          <p:cNvPr id="6" name="impact-copy-0">
            <a:extLst xmlns:a="http://schemas.openxmlformats.org/drawingml/2006/main">
              <a:ext uri="{FF2B5EF4-FFF2-40B4-BE49-F238E27FC236}">
                <a16:creationId xmlns:a16="http://schemas.microsoft.com/office/drawing/2014/main" id="{CD5FF10F-3479-433E-BCC8-CAA7D98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[Proses yang menjadi lebih cepat]</a:t>
            </a:r>
          </a:p>
        </p:txBody>
      </p:sp>
      <p:sp>
        <p:nvSpPr>
          <p:cNvPr id="7" name="impact-panel-1">
            <a:extLst xmlns:a="http://schemas.openxmlformats.org/drawingml/2006/main">
              <a:ext uri="{FF2B5EF4-FFF2-40B4-BE49-F238E27FC236}">
                <a16:creationId xmlns:a16="http://schemas.microsoft.com/office/drawing/2014/main" id="{E4BB220B-1278-4851-B2D0-0EEC8039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8" name="impact-title-1">
            <a:extLst xmlns:a="http://schemas.openxmlformats.org/drawingml/2006/main">
              <a:ext uri="{FF2B5EF4-FFF2-40B4-BE49-F238E27FC236}">
                <a16:creationId xmlns:a16="http://schemas.microsoft.com/office/drawing/2014/main" id="{55A5D194-A1EB-4C2F-9A34-57ACBCEC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Akurat</a:t>
            </a:r>
          </a:p>
        </p:txBody>
      </p:sp>
      <p:sp>
        <p:nvSpPr>
          <p:cNvPr id="9" name="impact-copy-1">
            <a:extLst xmlns:a="http://schemas.openxmlformats.org/drawingml/2006/main">
              <a:ext uri="{FF2B5EF4-FFF2-40B4-BE49-F238E27FC236}">
                <a16:creationId xmlns:a16="http://schemas.microsoft.com/office/drawing/2014/main" id="{09EF739B-7FFA-461D-81EE-EC72BB60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[Data atau keputusan yang lebih tepat]</a:t>
            </a:r>
          </a:p>
        </p:txBody>
      </p:sp>
      <p:sp>
        <p:nvSpPr>
          <p:cNvPr id="10" name="impact-panel-2">
            <a:extLst xmlns:a="http://schemas.openxmlformats.org/drawingml/2006/main">
              <a:ext uri="{FF2B5EF4-FFF2-40B4-BE49-F238E27FC236}">
                <a16:creationId xmlns:a16="http://schemas.microsoft.com/office/drawing/2014/main" id="{3E59C622-EB6D-4FA4-A012-3841A0C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impact-title-2">
            <a:extLst xmlns:a="http://schemas.openxmlformats.org/drawingml/2006/main">
              <a:ext uri="{FF2B5EF4-FFF2-40B4-BE49-F238E27FC236}">
                <a16:creationId xmlns:a16="http://schemas.microsoft.com/office/drawing/2014/main" id="{836EC845-06A5-4EC6-9406-B673213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Transparan</a:t>
            </a:r>
          </a:p>
        </p:txBody>
      </p:sp>
      <p:sp>
        <p:nvSpPr>
          <p:cNvPr id="12" name="impact-copy-2">
            <a:extLst xmlns:a="http://schemas.openxmlformats.org/drawingml/2006/main">
              <a:ext uri="{FF2B5EF4-FFF2-40B4-BE49-F238E27FC236}">
                <a16:creationId xmlns:a16="http://schemas.microsoft.com/office/drawing/2014/main" id="{2F72203E-6E6C-4931-A6D9-AD04E0B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[Progres yang lebih mudah dipantau]</a:t>
            </a:r>
          </a:p>
        </p:txBody>
      </p:sp>
      <p:sp>
        <p:nvSpPr>
          <p:cNvPr id="13" name="impact-panel-3">
            <a:extLst xmlns:a="http://schemas.openxmlformats.org/drawingml/2006/main">
              <a:ext uri="{FF2B5EF4-FFF2-40B4-BE49-F238E27FC236}">
                <a16:creationId xmlns:a16="http://schemas.microsoft.com/office/drawing/2014/main" id="{152AEA67-4045-4FDA-A286-09830D1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impact-title-3">
            <a:extLst xmlns:a="http://schemas.openxmlformats.org/drawingml/2006/main">
              <a:ext uri="{FF2B5EF4-FFF2-40B4-BE49-F238E27FC236}">
                <a16:creationId xmlns:a16="http://schemas.microsoft.com/office/drawing/2014/main" id="{909F47EC-23AF-42BD-B90D-11DC188C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Terdokumentasi</a:t>
            </a:r>
          </a:p>
        </p:txBody>
      </p:sp>
      <p:sp>
        <p:nvSpPr>
          <p:cNvPr id="15" name="impact-copy-3">
            <a:extLst xmlns:a="http://schemas.openxmlformats.org/drawingml/2006/main">
              <a:ext uri="{FF2B5EF4-FFF2-40B4-BE49-F238E27FC236}">
                <a16:creationId xmlns:a16="http://schemas.microsoft.com/office/drawing/2014/main" id="{35A32075-9C72-4145-89EB-BABB354E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[Arsip dan audit yang lebih rapi]</a:t>
            </a:r>
          </a:p>
        </p:txBody>
      </p:sp>
      <p:sp>
        <p:nvSpPr>
          <p:cNvPr id="16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1AD012D5-E5A7-4376-AFEC-F0ED2900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A1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5853079D-09FE-41F5-BCE7-EAF821B0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[Tulis satu kalimat penutup tentang manfaat sistem dan langkah berikutnya]</a:t>
            </a:r>
          </a:p>
        </p:txBody>
      </p:sp>
      <p:sp>
        <p:nvSpPr>
          <p:cNvPr id="18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051F7E39-CA5C-443A-B7AB-9A0A8315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D3F2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C9D3F2"/>
                </a:solidFill>
                <a:latin typeface="Red Hat Mono SemiBold"/>
                <a:ea typeface="Red Hat Mono SemiBold"/>
                <a:cs typeface="Red Hat Mono SemiBold"/>
              </a:rPr>
              <a:t>NARAHUBUNG  •  [NAMA]  •  [EMAIL / NOMOR KONTAK]</a:t>
            </a:r>
          </a:p>
        </p:txBody>
      </p:sp>
    </p:spTree>
    <p:extLst>
      <p:ext uri="{BB962C8B-B14F-4D97-AF65-F5344CB8AC3E}">
        <p14:creationId xmlns:p14="http://schemas.microsoft.com/office/powerpoint/2010/main" val="1932348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2026-10-08T07:44:29.4170000Z</dcterms:created>
  <dcterms:modified xsi:type="dcterms:W3CDTF">2026-10-08T07:44:29.4170000Z</dcterms:modified>
</coreProperties>
</file>