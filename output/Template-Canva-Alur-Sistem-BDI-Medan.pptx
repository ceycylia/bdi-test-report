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63b3b14b274142" /><Relationship Type="http://schemas.openxmlformats.org/officeDocument/2006/relationships/extended-properties" Target="/docProps/app.xml" Id="Ra6f84fc58492470e" /><Relationship Type="http://schemas.openxmlformats.org/officeDocument/2006/relationships/officeDocument" Target="/ppt/presentation.xml" Id="R561ab457ff4a4b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2b2675461447c7"/>
  </p:sldMasterIdLst>
  <p:notesMasterIdLst>
    <p:notesMasterId xmlns:r="http://schemas.openxmlformats.org/officeDocument/2006/relationships" r:id="R309d83a925574da8"/>
  </p:notesMasterIdLst>
  <p:sldIdLst>
    <p:sldId xmlns:r="http://schemas.openxmlformats.org/officeDocument/2006/relationships" id="256" r:id="R62cd12f49eef4303"/>
    <p:sldId xmlns:r="http://schemas.openxmlformats.org/officeDocument/2006/relationships" id="257" r:id="Rcf95712934464688"/>
    <p:sldId xmlns:r="http://schemas.openxmlformats.org/officeDocument/2006/relationships" id="258" r:id="R1289ad9082954da4"/>
    <p:sldId xmlns:r="http://schemas.openxmlformats.org/officeDocument/2006/relationships" id="259" r:id="R149d321e35124243"/>
    <p:sldId xmlns:r="http://schemas.openxmlformats.org/officeDocument/2006/relationships" id="260" r:id="Rb1b1846d071d4bc2"/>
    <p:sldId xmlns:r="http://schemas.openxmlformats.org/officeDocument/2006/relationships" id="261" r:id="R3fb61138d01249a2"/>
    <p:sldId xmlns:r="http://schemas.openxmlformats.org/officeDocument/2006/relationships" id="262" r:id="Rf98d3a6d4653425b"/>
    <p:sldId xmlns:r="http://schemas.openxmlformats.org/officeDocument/2006/relationships" id="263" r:id="Rd79b2ee7836d4587"/>
    <p:sldId xmlns:r="http://schemas.openxmlformats.org/officeDocument/2006/relationships" id="264" r:id="R429b5dc2a00847b9"/>
    <p:sldId xmlns:r="http://schemas.openxmlformats.org/officeDocument/2006/relationships" id="265" r:id="Ra0c9a3b31aa446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48554d417e4d40" /><Relationship Type="http://schemas.openxmlformats.org/officeDocument/2006/relationships/slideMaster" Target="/ppt/slideMasters/slideMaster1.xml" Id="R2f2b2675461447c7" /><Relationship Type="http://schemas.openxmlformats.org/officeDocument/2006/relationships/notesMaster" Target="/ppt/notesMasters/notesMaster1.xml" Id="R309d83a925574da8" /><Relationship Type="http://schemas.openxmlformats.org/officeDocument/2006/relationships/presProps" Target="/ppt/presProps.xml" Id="Rf7b911d01068458f" /><Relationship Type="http://schemas.openxmlformats.org/officeDocument/2006/relationships/tableStyles" Target="/ppt/tableStyles.xml" Id="R55ec380c055a47d3" /><Relationship Type="http://schemas.openxmlformats.org/officeDocument/2006/relationships/slide" Target="/ppt/slides/slide1.xml" Id="R62cd12f49eef4303" /><Relationship Type="http://schemas.openxmlformats.org/officeDocument/2006/relationships/slide" Target="/ppt/slides/slide2.xml" Id="Rcf95712934464688" /><Relationship Type="http://schemas.openxmlformats.org/officeDocument/2006/relationships/slide" Target="/ppt/slides/slide3.xml" Id="R1289ad9082954da4" /><Relationship Type="http://schemas.openxmlformats.org/officeDocument/2006/relationships/slide" Target="/ppt/slides/slide4.xml" Id="R149d321e35124243" /><Relationship Type="http://schemas.openxmlformats.org/officeDocument/2006/relationships/slide" Target="/ppt/slides/slide5.xml" Id="Rb1b1846d071d4bc2" /><Relationship Type="http://schemas.openxmlformats.org/officeDocument/2006/relationships/slide" Target="/ppt/slides/slide6.xml" Id="R3fb61138d01249a2" /><Relationship Type="http://schemas.openxmlformats.org/officeDocument/2006/relationships/slide" Target="/ppt/slides/slide7.xml" Id="Rf98d3a6d4653425b" /><Relationship Type="http://schemas.openxmlformats.org/officeDocument/2006/relationships/slide" Target="/ppt/slides/slide8.xml" Id="Rd79b2ee7836d4587" /><Relationship Type="http://schemas.openxmlformats.org/officeDocument/2006/relationships/slide" Target="/ppt/slides/slide9.xml" Id="R429b5dc2a00847b9" /><Relationship Type="http://schemas.openxmlformats.org/officeDocument/2006/relationships/slide" Target="/ppt/slides/slide10.xml" Id="Ra0c9a3b31aa446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be34cb6f2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86c317f83f43b2" /><Relationship Type="http://schemas.openxmlformats.org/officeDocument/2006/relationships/notesMaster" Target="/ppt/notesMasters/notesMaster1.xml" Id="R0ea8bc7043b646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2d9b4571fe4a38" /><Relationship Type="http://schemas.openxmlformats.org/officeDocument/2006/relationships/notesMaster" Target="/ppt/notesMasters/notesMaster1.xml" Id="R7467ecc6e8704f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055d473bec4f23" /><Relationship Type="http://schemas.openxmlformats.org/officeDocument/2006/relationships/notesMaster" Target="/ppt/notesMasters/notesMaster1.xml" Id="R7b266ad817354c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23051666f7440c" /><Relationship Type="http://schemas.openxmlformats.org/officeDocument/2006/relationships/notesMaster" Target="/ppt/notesMasters/notesMaster1.xml" Id="R45ca2b91cf3941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7f6807e61f442c" /><Relationship Type="http://schemas.openxmlformats.org/officeDocument/2006/relationships/notesMaster" Target="/ppt/notesMasters/notesMaster1.xml" Id="Rd694912943e145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30431728fa4b33" /><Relationship Type="http://schemas.openxmlformats.org/officeDocument/2006/relationships/notesMaster" Target="/ppt/notesMasters/notesMaster1.xml" Id="R2ab1f609d71a4f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30cbc33b89481a" /><Relationship Type="http://schemas.openxmlformats.org/officeDocument/2006/relationships/notesMaster" Target="/ppt/notesMasters/notesMaster1.xml" Id="R7d8d0d22095944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594caf3cbd4bb6" /><Relationship Type="http://schemas.openxmlformats.org/officeDocument/2006/relationships/notesMaster" Target="/ppt/notesMasters/notesMaster1.xml" Id="Rb01686092fc640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75a977a53e4e45" /><Relationship Type="http://schemas.openxmlformats.org/officeDocument/2006/relationships/notesMaster" Target="/ppt/notesMasters/notesMaster1.xml" Id="R51834cb52b7941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59f2d727cf420b" /><Relationship Type="http://schemas.openxmlformats.org/officeDocument/2006/relationships/notesMaster" Target="/ppt/notesMasters/notesMaster1.xml" Id="R224de1c6e2ae4f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sampul. Ganti nama sistem, subjudul, logo, dan foto utama. Elemen tetap editable setelah file diunggah ke Canva.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Ringkasan sistem. Gunakan tujuh tahap ini sebagai kerangka cerita. Ubah nama tahap jika alur sistem berbeda.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program. Isi tiga kelompok informasi inti dan masukkan satu screenshot utama. Hindari menampilkan data pribadi.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peserta. Anonimkan nama, NIK, nomor telepon, dan data pribadi pada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bank soal. Empat blok dapat diganti dengan fitur sistem lain. Pertahankan urutan dari pengelompokan hingga pratinjau.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tes peserta. Ubah lima label langkah jika alurnya berbeda. Gunakan satu screenshot lebar agar detail tetap terbaca.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nilai. Ganti aturan contoh pada tabel dengan ketentuan resmi sistem. Diagram dan tabel tetap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evaluasi. Gunakan dua panel untuk membedakan penjaminan mutu dan kontrol perubahan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dokumen. Masukkan contoh yang sudah dianonimkan. Pastikan nomor dokumen dan tanda tangan tidak menampilkan data sensitif.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penutup. Ringkas empat dampak utama, tambahkan satu kalimat penutup, lalu isi narahubung.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032003cbe4e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b34d1c2924f7c" /><Relationship Type="http://schemas.openxmlformats.org/officeDocument/2006/relationships/slideLayout" Target="/ppt/slideLayouts/slideLayout1.xml" Id="R0691ab2dbb324d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91ab2dbb324d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def94e94844e7" /><Relationship Type="http://schemas.openxmlformats.org/officeDocument/2006/relationships/image" Target="/ppt/media/image.jpeg" Id="R7d662c98524844ca" /><Relationship Type="http://schemas.openxmlformats.org/officeDocument/2006/relationships/notesSlide" Target="/ppt/notesSlides/notesSlide1.xml" Id="R0a6002fd7067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0888fe6084391" /><Relationship Type="http://schemas.openxmlformats.org/officeDocument/2006/relationships/notesSlide" Target="/ppt/notesSlides/notesSlide2.xml" Id="R9dc1e02a061648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42ed9e89c4ba9" /><Relationship Type="http://schemas.openxmlformats.org/officeDocument/2006/relationships/notesSlide" Target="/ppt/notesSlides/notesSlide3.xml" Id="R613fd46af99a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a78915e8a4b92" /><Relationship Type="http://schemas.openxmlformats.org/officeDocument/2006/relationships/notesSlide" Target="/ppt/notesSlides/notesSlide4.xml" Id="R7031edf259e64b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70ffb13784aba" /><Relationship Type="http://schemas.openxmlformats.org/officeDocument/2006/relationships/notesSlide" Target="/ppt/notesSlides/notesSlide5.xml" Id="Rd5091b9a3afc4c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b35fdc2524396" /><Relationship Type="http://schemas.openxmlformats.org/officeDocument/2006/relationships/notesSlide" Target="/ppt/notesSlides/notesSlide6.xml" Id="R6e218df9589041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741ecd33e41ea" /><Relationship Type="http://schemas.openxmlformats.org/officeDocument/2006/relationships/notesSlide" Target="/ppt/notesSlides/notesSlide7.xml" Id="R8fd15515605c47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2ffa8e4f74169" /><Relationship Type="http://schemas.openxmlformats.org/officeDocument/2006/relationships/notesSlide" Target="/ppt/notesSlides/notesSlide8.xml" Id="Rad8bf5db678c4b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5bde9725849d2" /><Relationship Type="http://schemas.openxmlformats.org/officeDocument/2006/relationships/notesSlide" Target="/ppt/notesSlides/notesSlide9.xml" Id="R74f2ccbb128d4b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96c70c2694a4b" /><Relationship Type="http://schemas.openxmlformats.org/officeDocument/2006/relationships/notesSlide" Target="/ppt/notesSlides/notesSlide10.xml" Id="R4bbf4eb0f69a45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3B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org">
            <a:extLst xmlns:a="http://schemas.openxmlformats.org/drawingml/2006/main">
              <a:ext uri="{FF2B5EF4-FFF2-40B4-BE49-F238E27FC236}">
                <a16:creationId xmlns:a16="http://schemas.microsoft.com/office/drawing/2014/main" id="{24412093-B59F-4063-B6E8-99544922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50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BALAI DIKLAT INDUSTRI MEDAN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04E5C30-FF80-4EAB-B9A4-76C92245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64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SISTEM TES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64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645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PELATIHAN BDI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F4C084-C993-4554-A7EE-1A6B42EE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20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Digitalisasi pengelolaan pelatihan, tes, evaluasi, dan sertifikasi</a:t>
            </a:r>
          </a:p>
        </p:txBody>
      </p:sp>
      <p:sp>
        <p:nvSpPr>
          <p:cNvPr id="4" name="cover-template-tag">
            <a:extLst xmlns:a="http://schemas.openxmlformats.org/drawingml/2006/main">
              <a:ext uri="{FF2B5EF4-FFF2-40B4-BE49-F238E27FC236}">
                <a16:creationId xmlns:a16="http://schemas.microsoft.com/office/drawing/2014/main" id="{7B14A5B3-0429-446D-861A-56CBBF60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75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rPr>
              <a:t>TEMPLATE CANVA  •  GANTI TEKS DAN VISUAL SESUAI SISTEM</a:t>
            </a:r>
          </a:p>
        </p:txBody>
      </p:sp>
      <p:sp>
        <p:nvSpPr>
          <p:cNvPr id="5" name="cover-logo-surface">
            <a:extLst xmlns:a="http://schemas.openxmlformats.org/drawingml/2006/main">
              <a:ext uri="{FF2B5EF4-FFF2-40B4-BE49-F238E27FC236}">
                <a16:creationId xmlns:a16="http://schemas.microsoft.com/office/drawing/2014/main" id="{EE08FC30-2EC2-48E6-8ECC-56FEDC7B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76300"/>
            <a:ext cx="39624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62c98524844ca"/>
          <a:stretch xmlns:a="http://schemas.openxmlformats.org/drawingml/2006/main"/>
        </p:blipFill>
        <p:spPr>
          <a:xfrm xmlns:a="http://schemas.openxmlformats.org/drawingml/2006/main">
            <a:off x="7931620" y="1028700"/>
            <a:ext cx="3186759" cy="952500"/>
          </a:xfrm>
          <a:prstGeom xmlns:a="http://schemas.openxmlformats.org/drawingml/2006/main" prst="rect">
            <a:avLst/>
          </a:prstGeom>
        </p:spPr>
      </p:pic>
      <p:sp>
        <p:nvSpPr>
          <p:cNvPr id="7" name="cover-hero-surface">
            <a:extLst xmlns:a="http://schemas.openxmlformats.org/drawingml/2006/main">
              <a:ext uri="{FF2B5EF4-FFF2-40B4-BE49-F238E27FC236}">
                <a16:creationId xmlns:a16="http://schemas.microsoft.com/office/drawing/2014/main" id="{C1FD9008-C2B7-4B32-AA98-AECEDF02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39624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A154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" name="cover-hero-inner">
            <a:extLst xmlns:a="http://schemas.openxmlformats.org/drawingml/2006/main">
              <a:ext uri="{FF2B5EF4-FFF2-40B4-BE49-F238E27FC236}">
                <a16:creationId xmlns:a16="http://schemas.microsoft.com/office/drawing/2014/main" id="{DAB55532-17C1-4294-A49E-D90809C2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3619500" cy="2800350"/>
          </a:xfrm>
          <a:prstGeom xmlns:a="http://schemas.openxmlformats.org/drawingml/2006/main" prst="roundRect">
            <a:avLst>
              <a:gd name="adj" fmla="val 272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" name="cover-hero-tag">
            <a:extLst xmlns:a="http://schemas.openxmlformats.org/drawingml/2006/main">
              <a:ext uri="{FF2B5EF4-FFF2-40B4-BE49-F238E27FC236}">
                <a16:creationId xmlns:a16="http://schemas.microsoft.com/office/drawing/2014/main" id="{FCF76236-7628-41CB-8A0D-BA9DA02C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10" name="cover-hero-label">
            <a:extLst xmlns:a="http://schemas.openxmlformats.org/drawingml/2006/main">
              <a:ext uri="{FF2B5EF4-FFF2-40B4-BE49-F238E27FC236}">
                <a16:creationId xmlns:a16="http://schemas.microsoft.com/office/drawing/2014/main" id="{B54582C8-29B6-45DA-A5A0-D7E576C4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5092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GANTI DENGAN FOTO UTAMA</a:t>
            </a:r>
          </a:p>
        </p:txBody>
      </p:sp>
      <p:sp>
        <p:nvSpPr>
          <p:cNvPr id="11" name="cover-hero-caption">
            <a:extLst xmlns:a="http://schemas.openxmlformats.org/drawingml/2006/main">
              <a:ext uri="{FF2B5EF4-FFF2-40B4-BE49-F238E27FC236}">
                <a16:creationId xmlns:a16="http://schemas.microsoft.com/office/drawing/2014/main" id="{F1E54C7C-B0FE-44AD-92DD-F675B8FC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2435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Gunakan foto kegiatan atau tampilan sistem</a:t>
            </a:r>
          </a:p>
        </p:txBody>
      </p:sp>
      <p:sp>
        <p:nvSpPr>
          <p:cNvPr id="12" name="page-1">
            <a:extLst xmlns:a="http://schemas.openxmlformats.org/drawingml/2006/main">
              <a:ext uri="{FF2B5EF4-FFF2-40B4-BE49-F238E27FC236}">
                <a16:creationId xmlns:a16="http://schemas.microsoft.com/office/drawing/2014/main" id="{3758E9B7-07EE-4099-B787-5892B99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773740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2">
            <a:extLst xmlns:a="http://schemas.openxmlformats.org/drawingml/2006/main">
              <a:ext uri="{FF2B5EF4-FFF2-40B4-BE49-F238E27FC236}">
                <a16:creationId xmlns:a16="http://schemas.microsoft.com/office/drawing/2014/main" id="{F702492A-8165-4819-9084-E8F230A1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GAMBARAN SISTEM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787F936-9D12-4BFF-9029-2C0BF2F7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30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SATU SISTEM MENGHUBUNGKAN PROSES DARI AWAL HINGGA DOKUMEN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977449D-F1F5-421C-9076-8B208BCC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02 / 10</a:t>
            </a:r>
          </a:p>
        </p:txBody>
      </p:sp>
      <p:sp>
        <p:nvSpPr>
          <p:cNvPr id="4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ED21C363-BBBC-4802-9DC6-7FFFD6FC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ED9EEAD1-FB6A-4854-822B-A78183DC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3C0B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00" b="0">
                <a:solidFill>
                  <a:srgbClr val="B93C0B"/>
                </a:solidFill>
                <a:latin typeface="Red Hat Mono SemiBold"/>
                <a:ea typeface="Red Hat Mono SemiBold"/>
                <a:cs typeface="Red Hat Mono SemiBold"/>
              </a:rPr>
              <a:t>MASALAH UTAMA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DDD3A972-6F11-4280-8C62-86C5A91C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65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[Tuliskan proses manual, keterlambatan, atau data yang tersebar]</a:t>
            </a:r>
          </a:p>
        </p:txBody>
      </p:sp>
      <p:sp>
        <p:nvSpPr>
          <p:cNvPr id="7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C3BA1D65-E340-41A8-9741-716CF092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638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F9BAEEDE-4355-42F1-AB34-7EBEBFA7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A7F62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00" b="0">
                <a:solidFill>
                  <a:srgbClr val="0A7F62"/>
                </a:solidFill>
                <a:latin typeface="Red Hat Mono SemiBold"/>
                <a:ea typeface="Red Hat Mono SemiBold"/>
                <a:cs typeface="Red Hat Mono SemiBold"/>
              </a:rPr>
              <a:t>SOLUSI SISTEM</a:t>
            </a:r>
          </a:p>
        </p:txBody>
      </p:sp>
      <p:sp>
        <p:nvSpPr>
          <p:cNvPr id="9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E54C587E-F665-41A1-94C5-38F134B0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65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[Jelaskan bagaimana sistem menyatukan proses dan data]</a:t>
            </a:r>
          </a:p>
        </p:txBody>
      </p:sp>
      <p:sp>
        <p:nvSpPr>
          <p:cNvPr id="10" name="flow-label">
            <a:extLst xmlns:a="http://schemas.openxmlformats.org/drawingml/2006/main">
              <a:ext uri="{FF2B5EF4-FFF2-40B4-BE49-F238E27FC236}">
                <a16:creationId xmlns:a16="http://schemas.microsoft.com/office/drawing/2014/main" id="{7B7627B9-0E07-4B00-B943-278937E0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2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ALUR SISTEM</a:t>
            </a:r>
          </a:p>
        </p:txBody>
      </p:sp>
      <p:sp>
        <p:nvSpPr>
          <p:cNvPr id="11" name="flow-node-0">
            <a:extLst xmlns:a="http://schemas.openxmlformats.org/drawingml/2006/main">
              <a:ext uri="{FF2B5EF4-FFF2-40B4-BE49-F238E27FC236}">
                <a16:creationId xmlns:a16="http://schemas.microsoft.com/office/drawing/2014/main" id="{57804FE4-110D-47E5-BE03-4A647A8C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01</a:t>
            </a:r>
          </a:p>
        </p:txBody>
      </p:sp>
      <p:sp>
        <p:nvSpPr>
          <p:cNvPr id="12" name="flow-link-0">
            <a:extLst xmlns:a="http://schemas.openxmlformats.org/drawingml/2006/main">
              <a:ext uri="{FF2B5EF4-FFF2-40B4-BE49-F238E27FC236}">
                <a16:creationId xmlns:a16="http://schemas.microsoft.com/office/drawing/2014/main" id="{8AFDB0BB-7FB1-4200-883F-DCFD61F8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3" name="flow-stage-0">
            <a:extLst xmlns:a="http://schemas.openxmlformats.org/drawingml/2006/main">
              <a:ext uri="{FF2B5EF4-FFF2-40B4-BE49-F238E27FC236}">
                <a16:creationId xmlns:a16="http://schemas.microsoft.com/office/drawing/2014/main" id="{AF2E8088-6F17-45A2-81EB-1E006BC7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Program</a:t>
            </a:r>
          </a:p>
        </p:txBody>
      </p:sp>
      <p:sp>
        <p:nvSpPr>
          <p:cNvPr id="14" name="flow-help-0">
            <a:extLst xmlns:a="http://schemas.openxmlformats.org/drawingml/2006/main">
              <a:ext uri="{FF2B5EF4-FFF2-40B4-BE49-F238E27FC236}">
                <a16:creationId xmlns:a16="http://schemas.microsoft.com/office/drawing/2014/main" id="{FEBE17C3-25D2-42E6-8076-F5AC18B4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1]</a:t>
            </a:r>
          </a:p>
        </p:txBody>
      </p:sp>
      <p:sp>
        <p:nvSpPr>
          <p:cNvPr id="15" name="flow-node-1">
            <a:extLst xmlns:a="http://schemas.openxmlformats.org/drawingml/2006/main">
              <a:ext uri="{FF2B5EF4-FFF2-40B4-BE49-F238E27FC236}">
                <a16:creationId xmlns:a16="http://schemas.microsoft.com/office/drawing/2014/main" id="{CA4E76CA-43BD-47A2-A3E0-1212BC7C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rPr>
              <a:t>02</a:t>
            </a:r>
          </a:p>
        </p:txBody>
      </p:sp>
      <p:sp>
        <p:nvSpPr>
          <p:cNvPr id="16" name="flow-link-1">
            <a:extLst xmlns:a="http://schemas.openxmlformats.org/drawingml/2006/main">
              <a:ext uri="{FF2B5EF4-FFF2-40B4-BE49-F238E27FC236}">
                <a16:creationId xmlns:a16="http://schemas.microsoft.com/office/drawing/2014/main" id="{EEB989C1-7E85-437F-8649-8474290F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7" name="flow-stage-1">
            <a:extLst xmlns:a="http://schemas.openxmlformats.org/drawingml/2006/main">
              <a:ext uri="{FF2B5EF4-FFF2-40B4-BE49-F238E27FC236}">
                <a16:creationId xmlns:a16="http://schemas.microsoft.com/office/drawing/2014/main" id="{069FFEA6-C72D-4F08-8530-5154F0F5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Peserta</a:t>
            </a:r>
          </a:p>
        </p:txBody>
      </p:sp>
      <p:sp>
        <p:nvSpPr>
          <p:cNvPr id="18" name="flow-help-1">
            <a:extLst xmlns:a="http://schemas.openxmlformats.org/drawingml/2006/main">
              <a:ext uri="{FF2B5EF4-FFF2-40B4-BE49-F238E27FC236}">
                <a16:creationId xmlns:a16="http://schemas.microsoft.com/office/drawing/2014/main" id="{220E1580-FCB3-439F-836A-F56B8E4D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2]</a:t>
            </a:r>
          </a:p>
        </p:txBody>
      </p:sp>
      <p:sp>
        <p:nvSpPr>
          <p:cNvPr id="19" name="flow-node-2">
            <a:extLst xmlns:a="http://schemas.openxmlformats.org/drawingml/2006/main">
              <a:ext uri="{FF2B5EF4-FFF2-40B4-BE49-F238E27FC236}">
                <a16:creationId xmlns:a16="http://schemas.microsoft.com/office/drawing/2014/main" id="{76171217-6182-464D-84D6-8D8BEC32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rPr>
              <a:t>03</a:t>
            </a:r>
          </a:p>
        </p:txBody>
      </p:sp>
      <p:sp>
        <p:nvSpPr>
          <p:cNvPr id="20" name="flow-link-2">
            <a:extLst xmlns:a="http://schemas.openxmlformats.org/drawingml/2006/main">
              <a:ext uri="{FF2B5EF4-FFF2-40B4-BE49-F238E27FC236}">
                <a16:creationId xmlns:a16="http://schemas.microsoft.com/office/drawing/2014/main" id="{3CC2CE0F-94D0-4B7B-BE3C-382CB006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21" name="flow-stage-2">
            <a:extLst xmlns:a="http://schemas.openxmlformats.org/drawingml/2006/main">
              <a:ext uri="{FF2B5EF4-FFF2-40B4-BE49-F238E27FC236}">
                <a16:creationId xmlns:a16="http://schemas.microsoft.com/office/drawing/2014/main" id="{48E14C7C-B622-41DB-9973-49610D4C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Bank Soal</a:t>
            </a:r>
          </a:p>
        </p:txBody>
      </p:sp>
      <p:sp>
        <p:nvSpPr>
          <p:cNvPr id="22" name="flow-help-2">
            <a:extLst xmlns:a="http://schemas.openxmlformats.org/drawingml/2006/main">
              <a:ext uri="{FF2B5EF4-FFF2-40B4-BE49-F238E27FC236}">
                <a16:creationId xmlns:a16="http://schemas.microsoft.com/office/drawing/2014/main" id="{9A3D3B58-4CB4-4AE1-A2B4-57E3BABA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3]</a:t>
            </a:r>
          </a:p>
        </p:txBody>
      </p:sp>
      <p:sp>
        <p:nvSpPr>
          <p:cNvPr id="23" name="flow-node-3">
            <a:extLst xmlns:a="http://schemas.openxmlformats.org/drawingml/2006/main">
              <a:ext uri="{FF2B5EF4-FFF2-40B4-BE49-F238E27FC236}">
                <a16:creationId xmlns:a16="http://schemas.microsoft.com/office/drawing/2014/main" id="{905EF42D-9004-4F24-B6F9-7B447C35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rPr>
              <a:t>04</a:t>
            </a:r>
          </a:p>
        </p:txBody>
      </p:sp>
      <p:sp>
        <p:nvSpPr>
          <p:cNvPr id="24" name="flow-link-3">
            <a:extLst xmlns:a="http://schemas.openxmlformats.org/drawingml/2006/main">
              <a:ext uri="{FF2B5EF4-FFF2-40B4-BE49-F238E27FC236}">
                <a16:creationId xmlns:a16="http://schemas.microsoft.com/office/drawing/2014/main" id="{BE50D028-89CE-4E5E-9FEA-671A0593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25" name="flow-stage-3">
            <a:extLst xmlns:a="http://schemas.openxmlformats.org/drawingml/2006/main">
              <a:ext uri="{FF2B5EF4-FFF2-40B4-BE49-F238E27FC236}">
                <a16:creationId xmlns:a16="http://schemas.microsoft.com/office/drawing/2014/main" id="{5CE74A00-B35B-4EC8-A306-D1049D5F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Tes</a:t>
            </a:r>
          </a:p>
        </p:txBody>
      </p:sp>
      <p:sp>
        <p:nvSpPr>
          <p:cNvPr id="26" name="flow-help-3">
            <a:extLst xmlns:a="http://schemas.openxmlformats.org/drawingml/2006/main">
              <a:ext uri="{FF2B5EF4-FFF2-40B4-BE49-F238E27FC236}">
                <a16:creationId xmlns:a16="http://schemas.microsoft.com/office/drawing/2014/main" id="{0EB887CA-6C92-41A5-85A0-E30D6C00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4]</a:t>
            </a:r>
          </a:p>
        </p:txBody>
      </p:sp>
      <p:sp>
        <p:nvSpPr>
          <p:cNvPr id="27" name="flow-node-4">
            <a:extLst xmlns:a="http://schemas.openxmlformats.org/drawingml/2006/main">
              <a:ext uri="{FF2B5EF4-FFF2-40B4-BE49-F238E27FC236}">
                <a16:creationId xmlns:a16="http://schemas.microsoft.com/office/drawing/2014/main" id="{1E9C0F22-415B-4A61-B62B-B94DC887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rPr>
              <a:t>05</a:t>
            </a:r>
          </a:p>
        </p:txBody>
      </p:sp>
      <p:sp>
        <p:nvSpPr>
          <p:cNvPr id="28" name="flow-link-4">
            <a:extLst xmlns:a="http://schemas.openxmlformats.org/drawingml/2006/main">
              <a:ext uri="{FF2B5EF4-FFF2-40B4-BE49-F238E27FC236}">
                <a16:creationId xmlns:a16="http://schemas.microsoft.com/office/drawing/2014/main" id="{57936B8C-0853-42C1-9290-F9B88AFC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29" name="flow-stage-4">
            <a:extLst xmlns:a="http://schemas.openxmlformats.org/drawingml/2006/main">
              <a:ext uri="{FF2B5EF4-FFF2-40B4-BE49-F238E27FC236}">
                <a16:creationId xmlns:a16="http://schemas.microsoft.com/office/drawing/2014/main" id="{C22CC592-FCE6-487A-AE3D-1410B408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Nilai</a:t>
            </a:r>
          </a:p>
        </p:txBody>
      </p:sp>
      <p:sp>
        <p:nvSpPr>
          <p:cNvPr id="30" name="flow-help-4">
            <a:extLst xmlns:a="http://schemas.openxmlformats.org/drawingml/2006/main">
              <a:ext uri="{FF2B5EF4-FFF2-40B4-BE49-F238E27FC236}">
                <a16:creationId xmlns:a16="http://schemas.microsoft.com/office/drawing/2014/main" id="{66BDCF1E-5FCF-48ED-9128-D6A3BA33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5]</a:t>
            </a:r>
          </a:p>
        </p:txBody>
      </p:sp>
      <p:sp>
        <p:nvSpPr>
          <p:cNvPr id="31" name="flow-node-5">
            <a:extLst xmlns:a="http://schemas.openxmlformats.org/drawingml/2006/main">
              <a:ext uri="{FF2B5EF4-FFF2-40B4-BE49-F238E27FC236}">
                <a16:creationId xmlns:a16="http://schemas.microsoft.com/office/drawing/2014/main" id="{C243F63E-895A-41B3-866D-026E808E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1D3BE3"/>
                </a:solidFill>
                <a:latin typeface="Host Grotesk Bold"/>
                <a:ea typeface="Host Grotesk Bold"/>
                <a:cs typeface="Host Grotesk Bold"/>
              </a:rPr>
              <a:t>06</a:t>
            </a:r>
          </a:p>
        </p:txBody>
      </p:sp>
      <p:sp>
        <p:nvSpPr>
          <p:cNvPr id="32" name="flow-link-5">
            <a:extLst xmlns:a="http://schemas.openxmlformats.org/drawingml/2006/main">
              <a:ext uri="{FF2B5EF4-FFF2-40B4-BE49-F238E27FC236}">
                <a16:creationId xmlns:a16="http://schemas.microsoft.com/office/drawing/2014/main" id="{3D97E184-A414-4D68-8136-82A251B3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62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33" name="flow-stage-5">
            <a:extLst xmlns:a="http://schemas.openxmlformats.org/drawingml/2006/main">
              <a:ext uri="{FF2B5EF4-FFF2-40B4-BE49-F238E27FC236}">
                <a16:creationId xmlns:a16="http://schemas.microsoft.com/office/drawing/2014/main" id="{E9CC27C8-CFF3-443F-B0AA-D690D4DF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Evaluasi</a:t>
            </a:r>
          </a:p>
        </p:txBody>
      </p:sp>
      <p:sp>
        <p:nvSpPr>
          <p:cNvPr id="34" name="flow-help-5">
            <a:extLst xmlns:a="http://schemas.openxmlformats.org/drawingml/2006/main">
              <a:ext uri="{FF2B5EF4-FFF2-40B4-BE49-F238E27FC236}">
                <a16:creationId xmlns:a16="http://schemas.microsoft.com/office/drawing/2014/main" id="{FDD1810C-B0F6-40F7-AD38-B3366CD1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6]</a:t>
            </a:r>
          </a:p>
        </p:txBody>
      </p:sp>
      <p:sp>
        <p:nvSpPr>
          <p:cNvPr id="35" name="flow-node-6">
            <a:extLst xmlns:a="http://schemas.openxmlformats.org/drawingml/2006/main">
              <a:ext uri="{FF2B5EF4-FFF2-40B4-BE49-F238E27FC236}">
                <a16:creationId xmlns:a16="http://schemas.microsoft.com/office/drawing/2014/main" id="{08EC6696-3FEA-4D2D-92CC-D8AD29A9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05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07</a:t>
            </a:r>
          </a:p>
        </p:txBody>
      </p:sp>
      <p:sp>
        <p:nvSpPr>
          <p:cNvPr id="36" name="flow-stage-6">
            <a:extLst xmlns:a="http://schemas.openxmlformats.org/drawingml/2006/main">
              <a:ext uri="{FF2B5EF4-FFF2-40B4-BE49-F238E27FC236}">
                <a16:creationId xmlns:a16="http://schemas.microsoft.com/office/drawing/2014/main" id="{5742DCE4-6D6F-461B-BD12-9A3626A5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05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Dokumen</a:t>
            </a:r>
          </a:p>
        </p:txBody>
      </p:sp>
      <p:sp>
        <p:nvSpPr>
          <p:cNvPr id="37" name="flow-help-6">
            <a:extLst xmlns:a="http://schemas.openxmlformats.org/drawingml/2006/main">
              <a:ext uri="{FF2B5EF4-FFF2-40B4-BE49-F238E27FC236}">
                <a16:creationId xmlns:a16="http://schemas.microsoft.com/office/drawing/2014/main" id="{14EA6E95-8BCE-4CF3-8109-E54D4263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292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[Isi tahap 7]</a:t>
            </a:r>
          </a:p>
        </p:txBody>
      </p:sp>
    </p:spTree>
    <p:extLst>
      <p:ext uri="{BB962C8B-B14F-4D97-AF65-F5344CB8AC3E}">
        <p14:creationId xmlns:p14="http://schemas.microsoft.com/office/powerpoint/2010/main" val="1379073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3">
            <a:extLst xmlns:a="http://schemas.openxmlformats.org/drawingml/2006/main">
              <a:ext uri="{FF2B5EF4-FFF2-40B4-BE49-F238E27FC236}">
                <a16:creationId xmlns:a16="http://schemas.microsoft.com/office/drawing/2014/main" id="{8B0AC049-8B65-44BC-8650-036A5718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1 • PROGRAM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9B704B9-AF79-4100-AE4A-B15F197D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PENGELOLAAN PROGRAM MENJADI TITIK AWAL ALUR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42774D73-9B50-44CC-8738-78627B83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03 / 10</a:t>
            </a:r>
          </a:p>
        </p:txBody>
      </p:sp>
      <p:sp>
        <p:nvSpPr>
          <p:cNvPr id="4" name="rail-line-0-0">
            <a:extLst xmlns:a="http://schemas.openxmlformats.org/drawingml/2006/main">
              <a:ext uri="{FF2B5EF4-FFF2-40B4-BE49-F238E27FC236}">
                <a16:creationId xmlns:a16="http://schemas.microsoft.com/office/drawing/2014/main" id="{DC67083F-8C68-4BFE-9A01-D3840D95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5" name="rail-node-0-0">
            <a:extLst xmlns:a="http://schemas.openxmlformats.org/drawingml/2006/main">
              <a:ext uri="{FF2B5EF4-FFF2-40B4-BE49-F238E27FC236}">
                <a16:creationId xmlns:a16="http://schemas.microsoft.com/office/drawing/2014/main" id="{F4FB5E4C-28E8-4800-BEA8-A5ECD460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0-0">
            <a:extLst xmlns:a="http://schemas.openxmlformats.org/drawingml/2006/main">
              <a:ext uri="{FF2B5EF4-FFF2-40B4-BE49-F238E27FC236}">
                <a16:creationId xmlns:a16="http://schemas.microsoft.com/office/drawing/2014/main" id="{40996095-B91A-4AE6-8AFE-2B74AAC7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0-1">
            <a:extLst xmlns:a="http://schemas.openxmlformats.org/drawingml/2006/main">
              <a:ext uri="{FF2B5EF4-FFF2-40B4-BE49-F238E27FC236}">
                <a16:creationId xmlns:a16="http://schemas.microsoft.com/office/drawing/2014/main" id="{F95E2000-9F4F-46A0-8120-C3DB2937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8" name="rail-node-0-1">
            <a:extLst xmlns:a="http://schemas.openxmlformats.org/drawingml/2006/main">
              <a:ext uri="{FF2B5EF4-FFF2-40B4-BE49-F238E27FC236}">
                <a16:creationId xmlns:a16="http://schemas.microsoft.com/office/drawing/2014/main" id="{64463124-19F9-4ED2-9A8D-F9598ACD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0-1">
            <a:extLst xmlns:a="http://schemas.openxmlformats.org/drawingml/2006/main">
              <a:ext uri="{FF2B5EF4-FFF2-40B4-BE49-F238E27FC236}">
                <a16:creationId xmlns:a16="http://schemas.microsoft.com/office/drawing/2014/main" id="{896886A5-2B87-4D7E-97C5-F322182B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0-2">
            <a:extLst xmlns:a="http://schemas.openxmlformats.org/drawingml/2006/main">
              <a:ext uri="{FF2B5EF4-FFF2-40B4-BE49-F238E27FC236}">
                <a16:creationId xmlns:a16="http://schemas.microsoft.com/office/drawing/2014/main" id="{ABED93E0-0163-4ED9-B292-35EE1D99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1" name="rail-node-0-2">
            <a:extLst xmlns:a="http://schemas.openxmlformats.org/drawingml/2006/main">
              <a:ext uri="{FF2B5EF4-FFF2-40B4-BE49-F238E27FC236}">
                <a16:creationId xmlns:a16="http://schemas.microsoft.com/office/drawing/2014/main" id="{BC421B53-DE64-44F8-A6C2-11555857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0-2">
            <a:extLst xmlns:a="http://schemas.openxmlformats.org/drawingml/2006/main">
              <a:ext uri="{FF2B5EF4-FFF2-40B4-BE49-F238E27FC236}">
                <a16:creationId xmlns:a16="http://schemas.microsoft.com/office/drawing/2014/main" id="{9717A23B-F898-431F-9AF6-6850B3AE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0-3">
            <a:extLst xmlns:a="http://schemas.openxmlformats.org/drawingml/2006/main">
              <a:ext uri="{FF2B5EF4-FFF2-40B4-BE49-F238E27FC236}">
                <a16:creationId xmlns:a16="http://schemas.microsoft.com/office/drawing/2014/main" id="{497404F7-B788-4F06-B7C4-6EF69D35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4" name="rail-node-0-3">
            <a:extLst xmlns:a="http://schemas.openxmlformats.org/drawingml/2006/main">
              <a:ext uri="{FF2B5EF4-FFF2-40B4-BE49-F238E27FC236}">
                <a16:creationId xmlns:a16="http://schemas.microsoft.com/office/drawing/2014/main" id="{593C0EF2-DF49-4744-839F-58676BF3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0-3">
            <a:extLst xmlns:a="http://schemas.openxmlformats.org/drawingml/2006/main">
              <a:ext uri="{FF2B5EF4-FFF2-40B4-BE49-F238E27FC236}">
                <a16:creationId xmlns:a16="http://schemas.microsoft.com/office/drawing/2014/main" id="{4FFEB14E-A89C-44F0-9F32-7CEC1E9A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0-4">
            <a:extLst xmlns:a="http://schemas.openxmlformats.org/drawingml/2006/main">
              <a:ext uri="{FF2B5EF4-FFF2-40B4-BE49-F238E27FC236}">
                <a16:creationId xmlns:a16="http://schemas.microsoft.com/office/drawing/2014/main" id="{021390AF-70B1-46EB-8744-A38A4A41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7" name="rail-node-0-4">
            <a:extLst xmlns:a="http://schemas.openxmlformats.org/drawingml/2006/main">
              <a:ext uri="{FF2B5EF4-FFF2-40B4-BE49-F238E27FC236}">
                <a16:creationId xmlns:a16="http://schemas.microsoft.com/office/drawing/2014/main" id="{5DE5793D-D0A0-4217-A6FB-B400E56B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0-4">
            <a:extLst xmlns:a="http://schemas.openxmlformats.org/drawingml/2006/main">
              <a:ext uri="{FF2B5EF4-FFF2-40B4-BE49-F238E27FC236}">
                <a16:creationId xmlns:a16="http://schemas.microsoft.com/office/drawing/2014/main" id="{3D99818F-26C4-4AF8-BCD2-8E3C56C4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0-5">
            <a:extLst xmlns:a="http://schemas.openxmlformats.org/drawingml/2006/main">
              <a:ext uri="{FF2B5EF4-FFF2-40B4-BE49-F238E27FC236}">
                <a16:creationId xmlns:a16="http://schemas.microsoft.com/office/drawing/2014/main" id="{1433F3E2-466B-4A51-B458-473354C6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0-5">
            <a:extLst xmlns:a="http://schemas.openxmlformats.org/drawingml/2006/main">
              <a:ext uri="{FF2B5EF4-FFF2-40B4-BE49-F238E27FC236}">
                <a16:creationId xmlns:a16="http://schemas.microsoft.com/office/drawing/2014/main" id="{EEAD98AA-AC21-42B8-AEA0-F25E336A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0-5">
            <a:extLst xmlns:a="http://schemas.openxmlformats.org/drawingml/2006/main">
              <a:ext uri="{FF2B5EF4-FFF2-40B4-BE49-F238E27FC236}">
                <a16:creationId xmlns:a16="http://schemas.microsoft.com/office/drawing/2014/main" id="{4706D68D-7F31-4371-A497-C1B50178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0-6">
            <a:extLst xmlns:a="http://schemas.openxmlformats.org/drawingml/2006/main">
              <a:ext uri="{FF2B5EF4-FFF2-40B4-BE49-F238E27FC236}">
                <a16:creationId xmlns:a16="http://schemas.microsoft.com/office/drawing/2014/main" id="{D6098D98-4DDF-4259-AFE9-07788BD7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0-6">
            <a:extLst xmlns:a="http://schemas.openxmlformats.org/drawingml/2006/main">
              <a:ext uri="{FF2B5EF4-FFF2-40B4-BE49-F238E27FC236}">
                <a16:creationId xmlns:a16="http://schemas.microsoft.com/office/drawing/2014/main" id="{12E76F35-8DC4-410F-867E-17BE851D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feature-num-1-238">
            <a:extLst xmlns:a="http://schemas.openxmlformats.org/drawingml/2006/main">
              <a:ext uri="{FF2B5EF4-FFF2-40B4-BE49-F238E27FC236}">
                <a16:creationId xmlns:a16="http://schemas.microsoft.com/office/drawing/2014/main" id="{2E67CBEB-8989-4564-819E-C3723354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01</a:t>
            </a:r>
          </a:p>
        </p:txBody>
      </p:sp>
      <p:sp>
        <p:nvSpPr>
          <p:cNvPr id="25" name="feature-title-1-238">
            <a:extLst xmlns:a="http://schemas.openxmlformats.org/drawingml/2006/main">
              <a:ext uri="{FF2B5EF4-FFF2-40B4-BE49-F238E27FC236}">
                <a16:creationId xmlns:a16="http://schemas.microsoft.com/office/drawing/2014/main" id="{10774A94-8CF7-40D0-B516-22B2E6D2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Data program</a:t>
            </a:r>
          </a:p>
        </p:txBody>
      </p:sp>
      <p:sp>
        <p:nvSpPr>
          <p:cNvPr id="26" name="feature-body-1-238">
            <a:extLst xmlns:a="http://schemas.openxmlformats.org/drawingml/2006/main">
              <a:ext uri="{FF2B5EF4-FFF2-40B4-BE49-F238E27FC236}">
                <a16:creationId xmlns:a16="http://schemas.microsoft.com/office/drawing/2014/main" id="{A166C93E-EB6B-4F82-A210-C0E2F334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[Nama program, materi, angkatan, jumlah jam pelajaran, dan unit kompetensi]</a:t>
            </a:r>
          </a:p>
        </p:txBody>
      </p:sp>
      <p:sp>
        <p:nvSpPr>
          <p:cNvPr id="27" name="feature-num-2-350">
            <a:extLst xmlns:a="http://schemas.openxmlformats.org/drawingml/2006/main">
              <a:ext uri="{FF2B5EF4-FFF2-40B4-BE49-F238E27FC236}">
                <a16:creationId xmlns:a16="http://schemas.microsoft.com/office/drawing/2014/main" id="{8C4AFEF5-A12A-46C0-B362-F9350321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02</a:t>
            </a:r>
          </a:p>
        </p:txBody>
      </p:sp>
      <p:sp>
        <p:nvSpPr>
          <p:cNvPr id="28" name="feature-title-2-350">
            <a:extLst xmlns:a="http://schemas.openxmlformats.org/drawingml/2006/main">
              <a:ext uri="{FF2B5EF4-FFF2-40B4-BE49-F238E27FC236}">
                <a16:creationId xmlns:a16="http://schemas.microsoft.com/office/drawing/2014/main" id="{96713FA6-9874-4DE5-A2F6-205C588E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Jadwal kegiatan</a:t>
            </a:r>
          </a:p>
        </p:txBody>
      </p:sp>
      <p:sp>
        <p:nvSpPr>
          <p:cNvPr id="29" name="feature-body-2-350">
            <a:extLst xmlns:a="http://schemas.openxmlformats.org/drawingml/2006/main">
              <a:ext uri="{FF2B5EF4-FFF2-40B4-BE49-F238E27FC236}">
                <a16:creationId xmlns:a16="http://schemas.microsoft.com/office/drawing/2014/main" id="{F8C77981-E0F4-4EE8-A190-90817FF7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[Tanggal pelatihan, pre-test, post-test, serta batas pengerjaan]</a:t>
            </a:r>
          </a:p>
        </p:txBody>
      </p:sp>
      <p:sp>
        <p:nvSpPr>
          <p:cNvPr id="30" name="feature-num-3-462">
            <a:extLst xmlns:a="http://schemas.openxmlformats.org/drawingml/2006/main">
              <a:ext uri="{FF2B5EF4-FFF2-40B4-BE49-F238E27FC236}">
                <a16:creationId xmlns:a16="http://schemas.microsoft.com/office/drawing/2014/main" id="{84342420-6D97-4409-BC12-00226818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03</a:t>
            </a:r>
          </a:p>
        </p:txBody>
      </p:sp>
      <p:sp>
        <p:nvSpPr>
          <p:cNvPr id="31" name="feature-title-3-462">
            <a:extLst xmlns:a="http://schemas.openxmlformats.org/drawingml/2006/main">
              <a:ext uri="{FF2B5EF4-FFF2-40B4-BE49-F238E27FC236}">
                <a16:creationId xmlns:a16="http://schemas.microsoft.com/office/drawing/2014/main" id="{6A145FEF-BD0F-4374-9AEE-E6F0DA82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Kontrol administrator</a:t>
            </a:r>
          </a:p>
        </p:txBody>
      </p:sp>
      <p:sp>
        <p:nvSpPr>
          <p:cNvPr id="32" name="feature-body-3-462">
            <a:extLst xmlns:a="http://schemas.openxmlformats.org/drawingml/2006/main">
              <a:ext uri="{FF2B5EF4-FFF2-40B4-BE49-F238E27FC236}">
                <a16:creationId xmlns:a16="http://schemas.microsoft.com/office/drawing/2014/main" id="{D735F366-3C4B-462F-A4B9-1FEBE993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[Peran admin, status program, dan indikator yang perlu dipantau]</a:t>
            </a:r>
          </a:p>
        </p:txBody>
      </p:sp>
      <p:sp>
        <p:nvSpPr>
          <p:cNvPr id="33" name="program-shot-surface">
            <a:extLst xmlns:a="http://schemas.openxmlformats.org/drawingml/2006/main">
              <a:ext uri="{FF2B5EF4-FFF2-40B4-BE49-F238E27FC236}">
                <a16:creationId xmlns:a16="http://schemas.microsoft.com/office/drawing/2014/main" id="{CCCCE054-51D5-42ED-A6FB-906ADF3C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4552950" cy="3962400"/>
          </a:xfrm>
          <a:prstGeom xmlns:a="http://schemas.openxmlformats.org/drawingml/2006/main" prst="roundRect">
            <a:avLst>
              <a:gd name="adj" fmla="val 2404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4" name="program-shot-inner">
            <a:extLst xmlns:a="http://schemas.openxmlformats.org/drawingml/2006/main">
              <a:ext uri="{FF2B5EF4-FFF2-40B4-BE49-F238E27FC236}">
                <a16:creationId xmlns:a16="http://schemas.microsoft.com/office/drawing/2014/main" id="{CFB3D72B-7E98-45B9-A551-DC6A76EB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14575"/>
            <a:ext cx="4210050" cy="3619500"/>
          </a:xfrm>
          <a:prstGeom xmlns:a="http://schemas.openxmlformats.org/drawingml/2006/main" prst="roundRect">
            <a:avLst>
              <a:gd name="adj" fmla="val 210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5" name="program-shot-tag">
            <a:extLst xmlns:a="http://schemas.openxmlformats.org/drawingml/2006/main">
              <a:ext uri="{FF2B5EF4-FFF2-40B4-BE49-F238E27FC236}">
                <a16:creationId xmlns:a16="http://schemas.microsoft.com/office/drawing/2014/main" id="{510D04BA-060F-4DB3-BC40-9F47FB75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6" name="program-shot-label">
            <a:extLst xmlns:a="http://schemas.openxmlformats.org/drawingml/2006/main">
              <a:ext uri="{FF2B5EF4-FFF2-40B4-BE49-F238E27FC236}">
                <a16:creationId xmlns:a16="http://schemas.microsoft.com/office/drawing/2014/main" id="{0B6F10B9-8EA3-495E-A69A-7CEF6093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9589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PROGRAM</a:t>
            </a:r>
          </a:p>
        </p:txBody>
      </p:sp>
      <p:sp>
        <p:nvSpPr>
          <p:cNvPr id="37" name="program-shot-caption">
            <a:extLst xmlns:a="http://schemas.openxmlformats.org/drawingml/2006/main">
              <a:ext uri="{FF2B5EF4-FFF2-40B4-BE49-F238E27FC236}">
                <a16:creationId xmlns:a16="http://schemas.microsoft.com/office/drawing/2014/main" id="{842D7729-FAA8-46E0-8F1B-F54AEDD1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41317"/>
            <a:ext cx="379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dashboard admin atau halaman pengaturan pelatihan</a:t>
            </a:r>
          </a:p>
        </p:txBody>
      </p:sp>
    </p:spTree>
    <p:extLst>
      <p:ext uri="{BB962C8B-B14F-4D97-AF65-F5344CB8AC3E}">
        <p14:creationId xmlns:p14="http://schemas.microsoft.com/office/powerpoint/2010/main" val="1452279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4">
            <a:extLst xmlns:a="http://schemas.openxmlformats.org/drawingml/2006/main">
              <a:ext uri="{FF2B5EF4-FFF2-40B4-BE49-F238E27FC236}">
                <a16:creationId xmlns:a16="http://schemas.microsoft.com/office/drawing/2014/main" id="{26665152-D2C7-4E45-AA7D-6ABEC1C6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2 • PESERTA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A976BC7-964E-40D4-BB9A-EDCF9AE7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DATA PESERTA TERSIMPAN DALAM SATU ANGKATAN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C330BAC6-4913-4C1C-B107-45D66E76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04 / 10</a:t>
            </a:r>
          </a:p>
        </p:txBody>
      </p:sp>
      <p:sp>
        <p:nvSpPr>
          <p:cNvPr id="4" name="rail-line-1-0">
            <a:extLst xmlns:a="http://schemas.openxmlformats.org/drawingml/2006/main">
              <a:ext uri="{FF2B5EF4-FFF2-40B4-BE49-F238E27FC236}">
                <a16:creationId xmlns:a16="http://schemas.microsoft.com/office/drawing/2014/main" id="{76E2420E-8994-4404-918D-881ED13A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1-0">
            <a:extLst xmlns:a="http://schemas.openxmlformats.org/drawingml/2006/main">
              <a:ext uri="{FF2B5EF4-FFF2-40B4-BE49-F238E27FC236}">
                <a16:creationId xmlns:a16="http://schemas.microsoft.com/office/drawing/2014/main" id="{B4EDFC32-9DCB-462C-B946-A3B01A7F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1-0">
            <a:extLst xmlns:a="http://schemas.openxmlformats.org/drawingml/2006/main">
              <a:ext uri="{FF2B5EF4-FFF2-40B4-BE49-F238E27FC236}">
                <a16:creationId xmlns:a16="http://schemas.microsoft.com/office/drawing/2014/main" id="{55DDEBB2-4A3B-47EF-A823-90C790AF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1-1">
            <a:extLst xmlns:a="http://schemas.openxmlformats.org/drawingml/2006/main">
              <a:ext uri="{FF2B5EF4-FFF2-40B4-BE49-F238E27FC236}">
                <a16:creationId xmlns:a16="http://schemas.microsoft.com/office/drawing/2014/main" id="{338BA8FB-665A-436E-BA77-C71C6458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8" name="rail-node-1-1">
            <a:extLst xmlns:a="http://schemas.openxmlformats.org/drawingml/2006/main">
              <a:ext uri="{FF2B5EF4-FFF2-40B4-BE49-F238E27FC236}">
                <a16:creationId xmlns:a16="http://schemas.microsoft.com/office/drawing/2014/main" id="{3B247186-461F-4C97-A76C-3C4C537E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1-1">
            <a:extLst xmlns:a="http://schemas.openxmlformats.org/drawingml/2006/main">
              <a:ext uri="{FF2B5EF4-FFF2-40B4-BE49-F238E27FC236}">
                <a16:creationId xmlns:a16="http://schemas.microsoft.com/office/drawing/2014/main" id="{FE4FD4F5-426C-4C48-B865-0B25F8E9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1-2">
            <a:extLst xmlns:a="http://schemas.openxmlformats.org/drawingml/2006/main">
              <a:ext uri="{FF2B5EF4-FFF2-40B4-BE49-F238E27FC236}">
                <a16:creationId xmlns:a16="http://schemas.microsoft.com/office/drawing/2014/main" id="{9D29EBCD-6A01-4B69-A859-59DF34D5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1" name="rail-node-1-2">
            <a:extLst xmlns:a="http://schemas.openxmlformats.org/drawingml/2006/main">
              <a:ext uri="{FF2B5EF4-FFF2-40B4-BE49-F238E27FC236}">
                <a16:creationId xmlns:a16="http://schemas.microsoft.com/office/drawing/2014/main" id="{663AC761-00B7-4D84-B3DA-5085B529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1-2">
            <a:extLst xmlns:a="http://schemas.openxmlformats.org/drawingml/2006/main">
              <a:ext uri="{FF2B5EF4-FFF2-40B4-BE49-F238E27FC236}">
                <a16:creationId xmlns:a16="http://schemas.microsoft.com/office/drawing/2014/main" id="{F91A9757-B8A5-4A2B-B031-99AEDDC7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1-3">
            <a:extLst xmlns:a="http://schemas.openxmlformats.org/drawingml/2006/main">
              <a:ext uri="{FF2B5EF4-FFF2-40B4-BE49-F238E27FC236}">
                <a16:creationId xmlns:a16="http://schemas.microsoft.com/office/drawing/2014/main" id="{535EE506-174F-4B3D-9AB9-46F34DF4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4" name="rail-node-1-3">
            <a:extLst xmlns:a="http://schemas.openxmlformats.org/drawingml/2006/main">
              <a:ext uri="{FF2B5EF4-FFF2-40B4-BE49-F238E27FC236}">
                <a16:creationId xmlns:a16="http://schemas.microsoft.com/office/drawing/2014/main" id="{A2E07EBE-875D-4241-9576-5A28116D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1-3">
            <a:extLst xmlns:a="http://schemas.openxmlformats.org/drawingml/2006/main">
              <a:ext uri="{FF2B5EF4-FFF2-40B4-BE49-F238E27FC236}">
                <a16:creationId xmlns:a16="http://schemas.microsoft.com/office/drawing/2014/main" id="{20465ABA-7570-4209-8C82-0EEE76D1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1-4">
            <a:extLst xmlns:a="http://schemas.openxmlformats.org/drawingml/2006/main">
              <a:ext uri="{FF2B5EF4-FFF2-40B4-BE49-F238E27FC236}">
                <a16:creationId xmlns:a16="http://schemas.microsoft.com/office/drawing/2014/main" id="{484209CE-0890-4A6A-B57F-25B25AE4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7" name="rail-node-1-4">
            <a:extLst xmlns:a="http://schemas.openxmlformats.org/drawingml/2006/main">
              <a:ext uri="{FF2B5EF4-FFF2-40B4-BE49-F238E27FC236}">
                <a16:creationId xmlns:a16="http://schemas.microsoft.com/office/drawing/2014/main" id="{4935F3C1-E8F1-46F7-AAA5-FA743B21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1-4">
            <a:extLst xmlns:a="http://schemas.openxmlformats.org/drawingml/2006/main">
              <a:ext uri="{FF2B5EF4-FFF2-40B4-BE49-F238E27FC236}">
                <a16:creationId xmlns:a16="http://schemas.microsoft.com/office/drawing/2014/main" id="{0593A88A-32A9-4AD5-9A8F-CDFB4D85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1-5">
            <a:extLst xmlns:a="http://schemas.openxmlformats.org/drawingml/2006/main">
              <a:ext uri="{FF2B5EF4-FFF2-40B4-BE49-F238E27FC236}">
                <a16:creationId xmlns:a16="http://schemas.microsoft.com/office/drawing/2014/main" id="{CB55F6EB-6CF6-4A32-8032-32E79EC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1-5">
            <a:extLst xmlns:a="http://schemas.openxmlformats.org/drawingml/2006/main">
              <a:ext uri="{FF2B5EF4-FFF2-40B4-BE49-F238E27FC236}">
                <a16:creationId xmlns:a16="http://schemas.microsoft.com/office/drawing/2014/main" id="{7FBEFBBC-77CF-43FC-B224-523F08D4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1-5">
            <a:extLst xmlns:a="http://schemas.openxmlformats.org/drawingml/2006/main">
              <a:ext uri="{FF2B5EF4-FFF2-40B4-BE49-F238E27FC236}">
                <a16:creationId xmlns:a16="http://schemas.microsoft.com/office/drawing/2014/main" id="{C96EC736-6073-4ADC-AAD9-068812D2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1-6">
            <a:extLst xmlns:a="http://schemas.openxmlformats.org/drawingml/2006/main">
              <a:ext uri="{FF2B5EF4-FFF2-40B4-BE49-F238E27FC236}">
                <a16:creationId xmlns:a16="http://schemas.microsoft.com/office/drawing/2014/main" id="{39D6BC37-D1E5-4F70-B53D-EB1DBDB2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1-6">
            <a:extLst xmlns:a="http://schemas.openxmlformats.org/drawingml/2006/main">
              <a:ext uri="{FF2B5EF4-FFF2-40B4-BE49-F238E27FC236}">
                <a16:creationId xmlns:a16="http://schemas.microsoft.com/office/drawing/2014/main" id="{3B43172D-0C9E-49C7-B729-B038F364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feature-num-1-238">
            <a:extLst xmlns:a="http://schemas.openxmlformats.org/drawingml/2006/main">
              <a:ext uri="{FF2B5EF4-FFF2-40B4-BE49-F238E27FC236}">
                <a16:creationId xmlns:a16="http://schemas.microsoft.com/office/drawing/2014/main" id="{B15EC582-D9E3-48D7-9EC4-C612BA0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01</a:t>
            </a:r>
          </a:p>
        </p:txBody>
      </p:sp>
      <p:sp>
        <p:nvSpPr>
          <p:cNvPr id="25" name="feature-title-1-238">
            <a:extLst xmlns:a="http://schemas.openxmlformats.org/drawingml/2006/main">
              <a:ext uri="{FF2B5EF4-FFF2-40B4-BE49-F238E27FC236}">
                <a16:creationId xmlns:a16="http://schemas.microsoft.com/office/drawing/2014/main" id="{874848A3-86BA-4E19-B849-ADD83267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Input peserta</a:t>
            </a:r>
          </a:p>
        </p:txBody>
      </p:sp>
      <p:sp>
        <p:nvSpPr>
          <p:cNvPr id="26" name="feature-body-1-238">
            <a:extLst xmlns:a="http://schemas.openxmlformats.org/drawingml/2006/main">
              <a:ext uri="{FF2B5EF4-FFF2-40B4-BE49-F238E27FC236}">
                <a16:creationId xmlns:a16="http://schemas.microsoft.com/office/drawing/2014/main" id="{AE971011-E61C-4312-9DB0-69C20480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[Jelaskan input manual, unggah massal, atau integrasi data]</a:t>
            </a:r>
          </a:p>
        </p:txBody>
      </p:sp>
      <p:sp>
        <p:nvSpPr>
          <p:cNvPr id="27" name="feature-num-2-350">
            <a:extLst xmlns:a="http://schemas.openxmlformats.org/drawingml/2006/main">
              <a:ext uri="{FF2B5EF4-FFF2-40B4-BE49-F238E27FC236}">
                <a16:creationId xmlns:a16="http://schemas.microsoft.com/office/drawing/2014/main" id="{06E7514C-DDA2-4C0C-8BC6-CA770033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02</a:t>
            </a:r>
          </a:p>
        </p:txBody>
      </p:sp>
      <p:sp>
        <p:nvSpPr>
          <p:cNvPr id="28" name="feature-title-2-350">
            <a:extLst xmlns:a="http://schemas.openxmlformats.org/drawingml/2006/main">
              <a:ext uri="{FF2B5EF4-FFF2-40B4-BE49-F238E27FC236}">
                <a16:creationId xmlns:a16="http://schemas.microsoft.com/office/drawing/2014/main" id="{22524B56-3408-416E-92BD-9F0086EA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Identitas dan status</a:t>
            </a:r>
          </a:p>
        </p:txBody>
      </p:sp>
      <p:sp>
        <p:nvSpPr>
          <p:cNvPr id="29" name="feature-body-2-350">
            <a:extLst xmlns:a="http://schemas.openxmlformats.org/drawingml/2006/main">
              <a:ext uri="{FF2B5EF4-FFF2-40B4-BE49-F238E27FC236}">
                <a16:creationId xmlns:a16="http://schemas.microsoft.com/office/drawing/2014/main" id="{DFCFDD61-9560-4290-AC31-344B6DD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[Sebutkan data penting, validasi, serta status aktif atau nonaktif]</a:t>
            </a:r>
          </a:p>
        </p:txBody>
      </p:sp>
      <p:sp>
        <p:nvSpPr>
          <p:cNvPr id="30" name="feature-num-3-462">
            <a:extLst xmlns:a="http://schemas.openxmlformats.org/drawingml/2006/main">
              <a:ext uri="{FF2B5EF4-FFF2-40B4-BE49-F238E27FC236}">
                <a16:creationId xmlns:a16="http://schemas.microsoft.com/office/drawing/2014/main" id="{6DF29E56-1BAA-42DB-8E8F-63EBE65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03</a:t>
            </a:r>
          </a:p>
        </p:txBody>
      </p:sp>
      <p:sp>
        <p:nvSpPr>
          <p:cNvPr id="31" name="feature-title-3-462">
            <a:extLst xmlns:a="http://schemas.openxmlformats.org/drawingml/2006/main">
              <a:ext uri="{FF2B5EF4-FFF2-40B4-BE49-F238E27FC236}">
                <a16:creationId xmlns:a16="http://schemas.microsoft.com/office/drawing/2014/main" id="{BE69DD23-1A8A-4BA2-ABF1-0CAD930B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563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Pencarian dan filter</a:t>
            </a:r>
          </a:p>
        </p:txBody>
      </p:sp>
      <p:sp>
        <p:nvSpPr>
          <p:cNvPr id="32" name="feature-body-3-462">
            <a:extLst xmlns:a="http://schemas.openxmlformats.org/drawingml/2006/main">
              <a:ext uri="{FF2B5EF4-FFF2-40B4-BE49-F238E27FC236}">
                <a16:creationId xmlns:a16="http://schemas.microsoft.com/office/drawing/2014/main" id="{B338C8D7-4A8E-46AC-AC07-CDA137D3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563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[Tunjukkan cara admin menemukan peserta dan riwayatnya]</a:t>
            </a:r>
          </a:p>
        </p:txBody>
      </p:sp>
      <p:sp>
        <p:nvSpPr>
          <p:cNvPr id="33" name="participant-shot-surface">
            <a:extLst xmlns:a="http://schemas.openxmlformats.org/drawingml/2006/main">
              <a:ext uri="{FF2B5EF4-FFF2-40B4-BE49-F238E27FC236}">
                <a16:creationId xmlns:a16="http://schemas.microsoft.com/office/drawing/2014/main" id="{F576F48A-C5E8-4037-89D7-60DA787C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4552950" cy="3962400"/>
          </a:xfrm>
          <a:prstGeom xmlns:a="http://schemas.openxmlformats.org/drawingml/2006/main" prst="roundRect">
            <a:avLst>
              <a:gd name="adj" fmla="val 2404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4" name="participant-shot-inner">
            <a:extLst xmlns:a="http://schemas.openxmlformats.org/drawingml/2006/main">
              <a:ext uri="{FF2B5EF4-FFF2-40B4-BE49-F238E27FC236}">
                <a16:creationId xmlns:a16="http://schemas.microsoft.com/office/drawing/2014/main" id="{5FB2A8CA-08D0-45F2-BD2D-21502AF0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14575"/>
            <a:ext cx="4210050" cy="3619500"/>
          </a:xfrm>
          <a:prstGeom xmlns:a="http://schemas.openxmlformats.org/drawingml/2006/main" prst="roundRect">
            <a:avLst>
              <a:gd name="adj" fmla="val 210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5" name="participant-shot-tag">
            <a:extLst xmlns:a="http://schemas.openxmlformats.org/drawingml/2006/main">
              <a:ext uri="{FF2B5EF4-FFF2-40B4-BE49-F238E27FC236}">
                <a16:creationId xmlns:a16="http://schemas.microsoft.com/office/drawing/2014/main" id="{9D4DF49D-39B5-4E16-8267-425B4365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6" name="participant-shot-label">
            <a:extLst xmlns:a="http://schemas.openxmlformats.org/drawingml/2006/main">
              <a:ext uri="{FF2B5EF4-FFF2-40B4-BE49-F238E27FC236}">
                <a16:creationId xmlns:a16="http://schemas.microsoft.com/office/drawing/2014/main" id="{0CFFF5D0-8AE1-4EE1-8BD5-D879BE4B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9589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PESERTA</a:t>
            </a:r>
          </a:p>
        </p:txBody>
      </p:sp>
      <p:sp>
        <p:nvSpPr>
          <p:cNvPr id="37" name="participant-shot-caption">
            <a:extLst xmlns:a="http://schemas.openxmlformats.org/drawingml/2006/main">
              <a:ext uri="{FF2B5EF4-FFF2-40B4-BE49-F238E27FC236}">
                <a16:creationId xmlns:a16="http://schemas.microsoft.com/office/drawing/2014/main" id="{94844504-E344-48C0-BBC5-B87181E9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41317"/>
            <a:ext cx="379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tabel peserta, filter angkatan, atau detail peserta</a:t>
            </a:r>
          </a:p>
        </p:txBody>
      </p:sp>
    </p:spTree>
    <p:extLst>
      <p:ext uri="{BB962C8B-B14F-4D97-AF65-F5344CB8AC3E}">
        <p14:creationId xmlns:p14="http://schemas.microsoft.com/office/powerpoint/2010/main" val="1809364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ection-5">
            <a:extLst xmlns:a="http://schemas.openxmlformats.org/drawingml/2006/main">
              <a:ext uri="{FF2B5EF4-FFF2-40B4-BE49-F238E27FC236}">
                <a16:creationId xmlns:a16="http://schemas.microsoft.com/office/drawing/2014/main" id="{68355BBA-ABD8-4BAA-BB41-D5DE8DFB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3 • BANK SOAL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7754E6E-C75F-4838-A621-7516B608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BANK SOAL MEMBENTUK PAKET UJIAN YANG KONSISTEN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C305692-3AF7-4696-92A2-3D46FCBB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05 / 10</a:t>
            </a:r>
          </a:p>
        </p:txBody>
      </p:sp>
      <p:sp>
        <p:nvSpPr>
          <p:cNvPr id="4" name="rail-line-2-0">
            <a:extLst xmlns:a="http://schemas.openxmlformats.org/drawingml/2006/main">
              <a:ext uri="{FF2B5EF4-FFF2-40B4-BE49-F238E27FC236}">
                <a16:creationId xmlns:a16="http://schemas.microsoft.com/office/drawing/2014/main" id="{854290D9-7DB0-477E-A01A-B572CEE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2-0">
            <a:extLst xmlns:a="http://schemas.openxmlformats.org/drawingml/2006/main">
              <a:ext uri="{FF2B5EF4-FFF2-40B4-BE49-F238E27FC236}">
                <a16:creationId xmlns:a16="http://schemas.microsoft.com/office/drawing/2014/main" id="{24C7C830-315C-4712-B67C-284285A4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2-0">
            <a:extLst xmlns:a="http://schemas.openxmlformats.org/drawingml/2006/main">
              <a:ext uri="{FF2B5EF4-FFF2-40B4-BE49-F238E27FC236}">
                <a16:creationId xmlns:a16="http://schemas.microsoft.com/office/drawing/2014/main" id="{49A09C30-466F-4A03-9A11-34234BAE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2-1">
            <a:extLst xmlns:a="http://schemas.openxmlformats.org/drawingml/2006/main">
              <a:ext uri="{FF2B5EF4-FFF2-40B4-BE49-F238E27FC236}">
                <a16:creationId xmlns:a16="http://schemas.microsoft.com/office/drawing/2014/main" id="{771E8496-B07F-4832-9143-0F5B0B7E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8" name="rail-node-2-1">
            <a:extLst xmlns:a="http://schemas.openxmlformats.org/drawingml/2006/main">
              <a:ext uri="{FF2B5EF4-FFF2-40B4-BE49-F238E27FC236}">
                <a16:creationId xmlns:a16="http://schemas.microsoft.com/office/drawing/2014/main" id="{53AC91A3-B422-4C2F-B38C-BE2C8D93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2-1">
            <a:extLst xmlns:a="http://schemas.openxmlformats.org/drawingml/2006/main">
              <a:ext uri="{FF2B5EF4-FFF2-40B4-BE49-F238E27FC236}">
                <a16:creationId xmlns:a16="http://schemas.microsoft.com/office/drawing/2014/main" id="{8B67AF90-97A3-4DCA-AF23-940F726C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2-2">
            <a:extLst xmlns:a="http://schemas.openxmlformats.org/drawingml/2006/main">
              <a:ext uri="{FF2B5EF4-FFF2-40B4-BE49-F238E27FC236}">
                <a16:creationId xmlns:a16="http://schemas.microsoft.com/office/drawing/2014/main" id="{2CA23168-21D2-454C-9B52-842425E8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1" name="rail-node-2-2">
            <a:extLst xmlns:a="http://schemas.openxmlformats.org/drawingml/2006/main">
              <a:ext uri="{FF2B5EF4-FFF2-40B4-BE49-F238E27FC236}">
                <a16:creationId xmlns:a16="http://schemas.microsoft.com/office/drawing/2014/main" id="{621127A2-AE81-4E84-9D77-2BD2BC3D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2-2">
            <a:extLst xmlns:a="http://schemas.openxmlformats.org/drawingml/2006/main">
              <a:ext uri="{FF2B5EF4-FFF2-40B4-BE49-F238E27FC236}">
                <a16:creationId xmlns:a16="http://schemas.microsoft.com/office/drawing/2014/main" id="{1A06F69A-67A8-46D1-846A-7C79F17F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2-3">
            <a:extLst xmlns:a="http://schemas.openxmlformats.org/drawingml/2006/main">
              <a:ext uri="{FF2B5EF4-FFF2-40B4-BE49-F238E27FC236}">
                <a16:creationId xmlns:a16="http://schemas.microsoft.com/office/drawing/2014/main" id="{00E4649C-D196-4DF7-AE5D-F318208A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4" name="rail-node-2-3">
            <a:extLst xmlns:a="http://schemas.openxmlformats.org/drawingml/2006/main">
              <a:ext uri="{FF2B5EF4-FFF2-40B4-BE49-F238E27FC236}">
                <a16:creationId xmlns:a16="http://schemas.microsoft.com/office/drawing/2014/main" id="{C4E7493E-825E-4013-A57E-66C23493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2-3">
            <a:extLst xmlns:a="http://schemas.openxmlformats.org/drawingml/2006/main">
              <a:ext uri="{FF2B5EF4-FFF2-40B4-BE49-F238E27FC236}">
                <a16:creationId xmlns:a16="http://schemas.microsoft.com/office/drawing/2014/main" id="{7F8F56B9-73D3-4125-B522-C214AF7D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2-4">
            <a:extLst xmlns:a="http://schemas.openxmlformats.org/drawingml/2006/main">
              <a:ext uri="{FF2B5EF4-FFF2-40B4-BE49-F238E27FC236}">
                <a16:creationId xmlns:a16="http://schemas.microsoft.com/office/drawing/2014/main" id="{8A16051E-E3CD-46C0-BD09-3701C76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7" name="rail-node-2-4">
            <a:extLst xmlns:a="http://schemas.openxmlformats.org/drawingml/2006/main">
              <a:ext uri="{FF2B5EF4-FFF2-40B4-BE49-F238E27FC236}">
                <a16:creationId xmlns:a16="http://schemas.microsoft.com/office/drawing/2014/main" id="{7C175A3A-82E0-4E80-B253-F4F28979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2-4">
            <a:extLst xmlns:a="http://schemas.openxmlformats.org/drawingml/2006/main">
              <a:ext uri="{FF2B5EF4-FFF2-40B4-BE49-F238E27FC236}">
                <a16:creationId xmlns:a16="http://schemas.microsoft.com/office/drawing/2014/main" id="{75940FB0-6D5E-47AD-9AD4-3E0410DD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2-5">
            <a:extLst xmlns:a="http://schemas.openxmlformats.org/drawingml/2006/main">
              <a:ext uri="{FF2B5EF4-FFF2-40B4-BE49-F238E27FC236}">
                <a16:creationId xmlns:a16="http://schemas.microsoft.com/office/drawing/2014/main" id="{CE5C40A7-FDF8-479E-B81C-864BB009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2-5">
            <a:extLst xmlns:a="http://schemas.openxmlformats.org/drawingml/2006/main">
              <a:ext uri="{FF2B5EF4-FFF2-40B4-BE49-F238E27FC236}">
                <a16:creationId xmlns:a16="http://schemas.microsoft.com/office/drawing/2014/main" id="{2AE7CBCF-2D39-42EA-AB3F-67F6C2C5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2-5">
            <a:extLst xmlns:a="http://schemas.openxmlformats.org/drawingml/2006/main">
              <a:ext uri="{FF2B5EF4-FFF2-40B4-BE49-F238E27FC236}">
                <a16:creationId xmlns:a16="http://schemas.microsoft.com/office/drawing/2014/main" id="{E472B00F-76C5-4647-B3D8-E5CCB96E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2-6">
            <a:extLst xmlns:a="http://schemas.openxmlformats.org/drawingml/2006/main">
              <a:ext uri="{FF2B5EF4-FFF2-40B4-BE49-F238E27FC236}">
                <a16:creationId xmlns:a16="http://schemas.microsoft.com/office/drawing/2014/main" id="{D7E64EC0-44E9-44B7-8F09-D1567FDE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2-6">
            <a:extLst xmlns:a="http://schemas.openxmlformats.org/drawingml/2006/main">
              <a:ext uri="{FF2B5EF4-FFF2-40B4-BE49-F238E27FC236}">
                <a16:creationId xmlns:a16="http://schemas.microsoft.com/office/drawing/2014/main" id="{FF672C36-7699-4B75-AC63-D792D7C2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bank-badge-0">
            <a:extLst xmlns:a="http://schemas.openxmlformats.org/drawingml/2006/main">
              <a:ext uri="{FF2B5EF4-FFF2-40B4-BE49-F238E27FC236}">
                <a16:creationId xmlns:a16="http://schemas.microsoft.com/office/drawing/2014/main" id="{E0E4FBCD-AFFA-42DC-8FF1-221A7798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01</a:t>
            </a:r>
          </a:p>
        </p:txBody>
      </p:sp>
      <p:sp>
        <p:nvSpPr>
          <p:cNvPr id="25" name="bank-title-0">
            <a:extLst xmlns:a="http://schemas.openxmlformats.org/drawingml/2006/main">
              <a:ext uri="{FF2B5EF4-FFF2-40B4-BE49-F238E27FC236}">
                <a16:creationId xmlns:a16="http://schemas.microsoft.com/office/drawing/2014/main" id="{C44E1BF0-B0B1-49FA-A5D8-B43A760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Struktur materi</a:t>
            </a:r>
          </a:p>
        </p:txBody>
      </p:sp>
      <p:sp>
        <p:nvSpPr>
          <p:cNvPr id="26" name="bank-copy-0">
            <a:extLst xmlns:a="http://schemas.openxmlformats.org/drawingml/2006/main">
              <a:ext uri="{FF2B5EF4-FFF2-40B4-BE49-F238E27FC236}">
                <a16:creationId xmlns:a16="http://schemas.microsoft.com/office/drawing/2014/main" id="{460EEBAE-05AD-4CDE-8016-800DFEB1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138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[Kelompokkan soal berdasarkan materi atau unit kompetensi]</a:t>
            </a:r>
          </a:p>
        </p:txBody>
      </p:sp>
      <p:sp>
        <p:nvSpPr>
          <p:cNvPr id="27" name="bank-badge-1">
            <a:extLst xmlns:a="http://schemas.openxmlformats.org/drawingml/2006/main">
              <a:ext uri="{FF2B5EF4-FFF2-40B4-BE49-F238E27FC236}">
                <a16:creationId xmlns:a16="http://schemas.microsoft.com/office/drawing/2014/main" id="{44E52B91-3712-4DDB-9498-BFAC2DEA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383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02</a:t>
            </a:r>
          </a:p>
        </p:txBody>
      </p:sp>
      <p:sp>
        <p:nvSpPr>
          <p:cNvPr id="28" name="bank-title-1">
            <a:extLst xmlns:a="http://schemas.openxmlformats.org/drawingml/2006/main">
              <a:ext uri="{FF2B5EF4-FFF2-40B4-BE49-F238E27FC236}">
                <a16:creationId xmlns:a16="http://schemas.microsoft.com/office/drawing/2014/main" id="{B2734D1A-4717-4911-AC25-34AA2266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241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Editor soal</a:t>
            </a:r>
          </a:p>
        </p:txBody>
      </p:sp>
      <p:sp>
        <p:nvSpPr>
          <p:cNvPr id="29" name="bank-copy-1">
            <a:extLst xmlns:a="http://schemas.openxmlformats.org/drawingml/2006/main">
              <a:ext uri="{FF2B5EF4-FFF2-40B4-BE49-F238E27FC236}">
                <a16:creationId xmlns:a16="http://schemas.microsoft.com/office/drawing/2014/main" id="{315D5EA1-0B21-4E0D-A7D5-CB2FCF23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71875"/>
            <a:ext cx="138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[Jelaskan format soal, gambar, dan cara impor]</a:t>
            </a:r>
          </a:p>
        </p:txBody>
      </p:sp>
      <p:sp>
        <p:nvSpPr>
          <p:cNvPr id="30" name="bank-badge-2">
            <a:extLst xmlns:a="http://schemas.openxmlformats.org/drawingml/2006/main">
              <a:ext uri="{FF2B5EF4-FFF2-40B4-BE49-F238E27FC236}">
                <a16:creationId xmlns:a16="http://schemas.microsoft.com/office/drawing/2014/main" id="{0960C6C5-5005-442C-A896-22F579F2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03</a:t>
            </a:r>
          </a:p>
        </p:txBody>
      </p:sp>
      <p:sp>
        <p:nvSpPr>
          <p:cNvPr id="31" name="bank-title-2">
            <a:extLst xmlns:a="http://schemas.openxmlformats.org/drawingml/2006/main">
              <a:ext uri="{FF2B5EF4-FFF2-40B4-BE49-F238E27FC236}">
                <a16:creationId xmlns:a16="http://schemas.microsoft.com/office/drawing/2014/main" id="{1BDD0149-7630-46D5-A01C-64744086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Paket ujian</a:t>
            </a:r>
          </a:p>
        </p:txBody>
      </p:sp>
      <p:sp>
        <p:nvSpPr>
          <p:cNvPr id="32" name="bank-copy-2">
            <a:extLst xmlns:a="http://schemas.openxmlformats.org/drawingml/2006/main">
              <a:ext uri="{FF2B5EF4-FFF2-40B4-BE49-F238E27FC236}">
                <a16:creationId xmlns:a16="http://schemas.microsoft.com/office/drawing/2014/main" id="{D981F6D4-541F-4F85-836E-4F7CEFD6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71875"/>
            <a:ext cx="138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[Atur jumlah soal, bobot, dan pengacakan]</a:t>
            </a:r>
          </a:p>
        </p:txBody>
      </p:sp>
      <p:sp>
        <p:nvSpPr>
          <p:cNvPr id="33" name="bank-badge-3">
            <a:extLst xmlns:a="http://schemas.openxmlformats.org/drawingml/2006/main">
              <a:ext uri="{FF2B5EF4-FFF2-40B4-BE49-F238E27FC236}">
                <a16:creationId xmlns:a16="http://schemas.microsoft.com/office/drawing/2014/main" id="{D41D3E11-7816-4C35-A989-03F82B3C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383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12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04</a:t>
            </a:r>
          </a:p>
        </p:txBody>
      </p:sp>
      <p:sp>
        <p:nvSpPr>
          <p:cNvPr id="34" name="bank-title-3">
            <a:extLst xmlns:a="http://schemas.openxmlformats.org/drawingml/2006/main">
              <a:ext uri="{FF2B5EF4-FFF2-40B4-BE49-F238E27FC236}">
                <a16:creationId xmlns:a16="http://schemas.microsoft.com/office/drawing/2014/main" id="{96553B94-FCB0-4513-93A0-248DE6D1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241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5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Pratinjau</a:t>
            </a:r>
          </a:p>
        </p:txBody>
      </p:sp>
      <p:sp>
        <p:nvSpPr>
          <p:cNvPr id="35" name="bank-copy-3">
            <a:extLst xmlns:a="http://schemas.openxmlformats.org/drawingml/2006/main">
              <a:ext uri="{FF2B5EF4-FFF2-40B4-BE49-F238E27FC236}">
                <a16:creationId xmlns:a16="http://schemas.microsoft.com/office/drawing/2014/main" id="{32658A91-6166-42AE-915A-81868C0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71875"/>
            <a:ext cx="138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[Tinjau paket sebelum tes dibuka]</a:t>
            </a:r>
          </a:p>
        </p:txBody>
      </p:sp>
      <p:sp>
        <p:nvSpPr>
          <p:cNvPr id="36" name="question-shot-surface">
            <a:extLst xmlns:a="http://schemas.openxmlformats.org/drawingml/2006/main">
              <a:ext uri="{FF2B5EF4-FFF2-40B4-BE49-F238E27FC236}">
                <a16:creationId xmlns:a16="http://schemas.microsoft.com/office/drawing/2014/main" id="{514F332E-0397-443A-B81A-F2D17E0E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43125"/>
            <a:ext cx="4705350" cy="3962400"/>
          </a:xfrm>
          <a:prstGeom xmlns:a="http://schemas.openxmlformats.org/drawingml/2006/main" prst="roundRect">
            <a:avLst>
              <a:gd name="adj" fmla="val 2404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7" name="question-shot-inner">
            <a:extLst xmlns:a="http://schemas.openxmlformats.org/drawingml/2006/main">
              <a:ext uri="{FF2B5EF4-FFF2-40B4-BE49-F238E27FC236}">
                <a16:creationId xmlns:a16="http://schemas.microsoft.com/office/drawing/2014/main" id="{6D6A3939-F93A-4D4B-8230-1F2508A3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4362450" cy="3619500"/>
          </a:xfrm>
          <a:prstGeom xmlns:a="http://schemas.openxmlformats.org/drawingml/2006/main" prst="roundRect">
            <a:avLst>
              <a:gd name="adj" fmla="val 210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8" name="question-shot-tag">
            <a:extLst xmlns:a="http://schemas.openxmlformats.org/drawingml/2006/main">
              <a:ext uri="{FF2B5EF4-FFF2-40B4-BE49-F238E27FC236}">
                <a16:creationId xmlns:a16="http://schemas.microsoft.com/office/drawing/2014/main" id="{66E35CE5-1B05-412F-BCD5-2722CEBF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9" name="question-shot-label">
            <a:extLst xmlns:a="http://schemas.openxmlformats.org/drawingml/2006/main">
              <a:ext uri="{FF2B5EF4-FFF2-40B4-BE49-F238E27FC236}">
                <a16:creationId xmlns:a16="http://schemas.microsoft.com/office/drawing/2014/main" id="{BAC50A25-6C21-43F6-814B-128F0B98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69589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BANK SOAL</a:t>
            </a:r>
          </a:p>
        </p:txBody>
      </p:sp>
      <p:sp>
        <p:nvSpPr>
          <p:cNvPr id="40" name="question-shot-caption">
            <a:extLst xmlns:a="http://schemas.openxmlformats.org/drawingml/2006/main">
              <a:ext uri="{FF2B5EF4-FFF2-40B4-BE49-F238E27FC236}">
                <a16:creationId xmlns:a16="http://schemas.microsoft.com/office/drawing/2014/main" id="{95FE1702-1585-416A-AB2D-D4553326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41317"/>
            <a:ext cx="3943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daftar soal atau konfigurasi paket ujian</a:t>
            </a:r>
          </a:p>
        </p:txBody>
      </p:sp>
    </p:spTree>
    <p:extLst>
      <p:ext uri="{BB962C8B-B14F-4D97-AF65-F5344CB8AC3E}">
        <p14:creationId xmlns:p14="http://schemas.microsoft.com/office/powerpoint/2010/main" val="594009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ection-6">
            <a:extLst xmlns:a="http://schemas.openxmlformats.org/drawingml/2006/main">
              <a:ext uri="{FF2B5EF4-FFF2-40B4-BE49-F238E27FC236}">
                <a16:creationId xmlns:a16="http://schemas.microsoft.com/office/drawing/2014/main" id="{62D96D0D-1F42-424F-A5ED-3C0C9576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4 • TES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52F1DD4-0F7C-4CFE-8C55-FBF14CF3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PESERTA MENGIKUTI TES MELALUI ALUR YANG SEDERHANA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222B68A7-A52A-4ED3-A36A-4A6CD0A3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06 / 10</a:t>
            </a:r>
          </a:p>
        </p:txBody>
      </p:sp>
      <p:sp>
        <p:nvSpPr>
          <p:cNvPr id="4" name="rail-line-3-0">
            <a:extLst xmlns:a="http://schemas.openxmlformats.org/drawingml/2006/main">
              <a:ext uri="{FF2B5EF4-FFF2-40B4-BE49-F238E27FC236}">
                <a16:creationId xmlns:a16="http://schemas.microsoft.com/office/drawing/2014/main" id="{94FD1D95-A2AF-4A94-8E06-E8AE420D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3-0">
            <a:extLst xmlns:a="http://schemas.openxmlformats.org/drawingml/2006/main">
              <a:ext uri="{FF2B5EF4-FFF2-40B4-BE49-F238E27FC236}">
                <a16:creationId xmlns:a16="http://schemas.microsoft.com/office/drawing/2014/main" id="{AF1DD2BB-B19B-4E88-AA08-B9AD5615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3-0">
            <a:extLst xmlns:a="http://schemas.openxmlformats.org/drawingml/2006/main">
              <a:ext uri="{FF2B5EF4-FFF2-40B4-BE49-F238E27FC236}">
                <a16:creationId xmlns:a16="http://schemas.microsoft.com/office/drawing/2014/main" id="{2545E58D-275F-4DB1-9405-DACE2AD6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3-1">
            <a:extLst xmlns:a="http://schemas.openxmlformats.org/drawingml/2006/main">
              <a:ext uri="{FF2B5EF4-FFF2-40B4-BE49-F238E27FC236}">
                <a16:creationId xmlns:a16="http://schemas.microsoft.com/office/drawing/2014/main" id="{B441CAED-06F2-449D-B620-69325669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8" name="rail-node-3-1">
            <a:extLst xmlns:a="http://schemas.openxmlformats.org/drawingml/2006/main">
              <a:ext uri="{FF2B5EF4-FFF2-40B4-BE49-F238E27FC236}">
                <a16:creationId xmlns:a16="http://schemas.microsoft.com/office/drawing/2014/main" id="{17CCB14C-6A5B-4F56-AAB6-005878DE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3-1">
            <a:extLst xmlns:a="http://schemas.openxmlformats.org/drawingml/2006/main">
              <a:ext uri="{FF2B5EF4-FFF2-40B4-BE49-F238E27FC236}">
                <a16:creationId xmlns:a16="http://schemas.microsoft.com/office/drawing/2014/main" id="{445B5AF3-F902-4809-9A60-28E520E3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3-2">
            <a:extLst xmlns:a="http://schemas.openxmlformats.org/drawingml/2006/main">
              <a:ext uri="{FF2B5EF4-FFF2-40B4-BE49-F238E27FC236}">
                <a16:creationId xmlns:a16="http://schemas.microsoft.com/office/drawing/2014/main" id="{73161009-E5F7-4483-B6A5-0B58E997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1" name="rail-node-3-2">
            <a:extLst xmlns:a="http://schemas.openxmlformats.org/drawingml/2006/main">
              <a:ext uri="{FF2B5EF4-FFF2-40B4-BE49-F238E27FC236}">
                <a16:creationId xmlns:a16="http://schemas.microsoft.com/office/drawing/2014/main" id="{11E3034D-E527-4AE0-B7BF-B53BB3B3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3-2">
            <a:extLst xmlns:a="http://schemas.openxmlformats.org/drawingml/2006/main">
              <a:ext uri="{FF2B5EF4-FFF2-40B4-BE49-F238E27FC236}">
                <a16:creationId xmlns:a16="http://schemas.microsoft.com/office/drawing/2014/main" id="{551C1843-1519-4B34-A21B-61A32B64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3-3">
            <a:extLst xmlns:a="http://schemas.openxmlformats.org/drawingml/2006/main">
              <a:ext uri="{FF2B5EF4-FFF2-40B4-BE49-F238E27FC236}">
                <a16:creationId xmlns:a16="http://schemas.microsoft.com/office/drawing/2014/main" id="{2C8C90A7-4489-4ED7-9269-14F518F5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4" name="rail-node-3-3">
            <a:extLst xmlns:a="http://schemas.openxmlformats.org/drawingml/2006/main">
              <a:ext uri="{FF2B5EF4-FFF2-40B4-BE49-F238E27FC236}">
                <a16:creationId xmlns:a16="http://schemas.microsoft.com/office/drawing/2014/main" id="{21A24D7B-3355-46C5-9BBE-A8076C09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3-3">
            <a:extLst xmlns:a="http://schemas.openxmlformats.org/drawingml/2006/main">
              <a:ext uri="{FF2B5EF4-FFF2-40B4-BE49-F238E27FC236}">
                <a16:creationId xmlns:a16="http://schemas.microsoft.com/office/drawing/2014/main" id="{68BFFB13-C22D-4F3B-BE29-F2116A70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3-4">
            <a:extLst xmlns:a="http://schemas.openxmlformats.org/drawingml/2006/main">
              <a:ext uri="{FF2B5EF4-FFF2-40B4-BE49-F238E27FC236}">
                <a16:creationId xmlns:a16="http://schemas.microsoft.com/office/drawing/2014/main" id="{3BC4B0A5-FB12-4848-928D-607406BD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7" name="rail-node-3-4">
            <a:extLst xmlns:a="http://schemas.openxmlformats.org/drawingml/2006/main">
              <a:ext uri="{FF2B5EF4-FFF2-40B4-BE49-F238E27FC236}">
                <a16:creationId xmlns:a16="http://schemas.microsoft.com/office/drawing/2014/main" id="{758DE45A-FEB6-4029-BCC1-0DC4B4EF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3-4">
            <a:extLst xmlns:a="http://schemas.openxmlformats.org/drawingml/2006/main">
              <a:ext uri="{FF2B5EF4-FFF2-40B4-BE49-F238E27FC236}">
                <a16:creationId xmlns:a16="http://schemas.microsoft.com/office/drawing/2014/main" id="{44D99DE0-74D2-4A50-B50A-89388211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3-5">
            <a:extLst xmlns:a="http://schemas.openxmlformats.org/drawingml/2006/main">
              <a:ext uri="{FF2B5EF4-FFF2-40B4-BE49-F238E27FC236}">
                <a16:creationId xmlns:a16="http://schemas.microsoft.com/office/drawing/2014/main" id="{07301F61-1E1C-401E-A4A2-47FE97C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3-5">
            <a:extLst xmlns:a="http://schemas.openxmlformats.org/drawingml/2006/main">
              <a:ext uri="{FF2B5EF4-FFF2-40B4-BE49-F238E27FC236}">
                <a16:creationId xmlns:a16="http://schemas.microsoft.com/office/drawing/2014/main" id="{F802A1F0-F3B8-4A2A-98C3-710A493A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3-5">
            <a:extLst xmlns:a="http://schemas.openxmlformats.org/drawingml/2006/main">
              <a:ext uri="{FF2B5EF4-FFF2-40B4-BE49-F238E27FC236}">
                <a16:creationId xmlns:a16="http://schemas.microsoft.com/office/drawing/2014/main" id="{0DC8ED8B-F591-46E6-8275-308CB727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3-6">
            <a:extLst xmlns:a="http://schemas.openxmlformats.org/drawingml/2006/main">
              <a:ext uri="{FF2B5EF4-FFF2-40B4-BE49-F238E27FC236}">
                <a16:creationId xmlns:a16="http://schemas.microsoft.com/office/drawing/2014/main" id="{C11C7951-063E-4183-B98B-87FEC64D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3-6">
            <a:extLst xmlns:a="http://schemas.openxmlformats.org/drawingml/2006/main">
              <a:ext uri="{FF2B5EF4-FFF2-40B4-BE49-F238E27FC236}">
                <a16:creationId xmlns:a16="http://schemas.microsoft.com/office/drawing/2014/main" id="{F0F72CCD-70FB-4BE4-8BCC-D98E51E9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test-intro">
            <a:extLst xmlns:a="http://schemas.openxmlformats.org/drawingml/2006/main">
              <a:ext uri="{FF2B5EF4-FFF2-40B4-BE49-F238E27FC236}">
                <a16:creationId xmlns:a16="http://schemas.microsoft.com/office/drawing/2014/main" id="{50557E9A-47C3-41B5-8226-1CCC7952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575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[Tulis satu kalimat yang menjelaskan cara peserta masuk dan mengerjakan tes]</a:t>
            </a:r>
          </a:p>
        </p:txBody>
      </p:sp>
      <p:sp>
        <p:nvSpPr>
          <p:cNvPr id="25" name="test-number-0">
            <a:extLst xmlns:a="http://schemas.openxmlformats.org/drawingml/2006/main">
              <a:ext uri="{FF2B5EF4-FFF2-40B4-BE49-F238E27FC236}">
                <a16:creationId xmlns:a16="http://schemas.microsoft.com/office/drawing/2014/main" id="{57B605C6-0434-414D-B0E2-E05BC0FB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26" name="test-line-0">
            <a:extLst xmlns:a="http://schemas.openxmlformats.org/drawingml/2006/main">
              <a:ext uri="{FF2B5EF4-FFF2-40B4-BE49-F238E27FC236}">
                <a16:creationId xmlns:a16="http://schemas.microsoft.com/office/drawing/2014/main" id="{C738B9AD-FF62-4030-8EE0-61F2EFE5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27" name="test-step-0">
            <a:extLst xmlns:a="http://schemas.openxmlformats.org/drawingml/2006/main">
              <a:ext uri="{FF2B5EF4-FFF2-40B4-BE49-F238E27FC236}">
                <a16:creationId xmlns:a16="http://schemas.microsoft.com/office/drawing/2014/main" id="{96765B15-CCE0-4726-B48D-1F292B7D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Identitas</a:t>
            </a:r>
          </a:p>
        </p:txBody>
      </p:sp>
      <p:sp>
        <p:nvSpPr>
          <p:cNvPr id="28" name="test-number-1">
            <a:extLst xmlns:a="http://schemas.openxmlformats.org/drawingml/2006/main">
              <a:ext uri="{FF2B5EF4-FFF2-40B4-BE49-F238E27FC236}">
                <a16:creationId xmlns:a16="http://schemas.microsoft.com/office/drawing/2014/main" id="{96109509-07BB-4F5D-8529-B71B1B3B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33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29" name="test-line-1">
            <a:extLst xmlns:a="http://schemas.openxmlformats.org/drawingml/2006/main">
              <a:ext uri="{FF2B5EF4-FFF2-40B4-BE49-F238E27FC236}">
                <a16:creationId xmlns:a16="http://schemas.microsoft.com/office/drawing/2014/main" id="{D8E061A8-1DD6-4EC4-A33A-32437737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30" name="test-step-1">
            <a:extLst xmlns:a="http://schemas.openxmlformats.org/drawingml/2006/main">
              <a:ext uri="{FF2B5EF4-FFF2-40B4-BE49-F238E27FC236}">
                <a16:creationId xmlns:a16="http://schemas.microsoft.com/office/drawing/2014/main" id="{CDC662F2-6D37-4B82-B8ED-4262075C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Pre-test</a:t>
            </a:r>
          </a:p>
        </p:txBody>
      </p:sp>
      <p:sp>
        <p:nvSpPr>
          <p:cNvPr id="31" name="test-number-2">
            <a:extLst xmlns:a="http://schemas.openxmlformats.org/drawingml/2006/main">
              <a:ext uri="{FF2B5EF4-FFF2-40B4-BE49-F238E27FC236}">
                <a16:creationId xmlns:a16="http://schemas.microsoft.com/office/drawing/2014/main" id="{1565CFA0-685E-4BF4-BE83-4687C13F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33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03</a:t>
            </a:r>
          </a:p>
        </p:txBody>
      </p:sp>
      <p:sp>
        <p:nvSpPr>
          <p:cNvPr id="32" name="test-line-2">
            <a:extLst xmlns:a="http://schemas.openxmlformats.org/drawingml/2006/main">
              <a:ext uri="{FF2B5EF4-FFF2-40B4-BE49-F238E27FC236}">
                <a16:creationId xmlns:a16="http://schemas.microsoft.com/office/drawing/2014/main" id="{F96E507B-7D11-4192-B937-F426F2CF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33" name="test-step-2">
            <a:extLst xmlns:a="http://schemas.openxmlformats.org/drawingml/2006/main">
              <a:ext uri="{FF2B5EF4-FFF2-40B4-BE49-F238E27FC236}">
                <a16:creationId xmlns:a16="http://schemas.microsoft.com/office/drawing/2014/main" id="{850754EA-DE86-4311-A763-B73429ED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Materi</a:t>
            </a:r>
          </a:p>
        </p:txBody>
      </p:sp>
      <p:sp>
        <p:nvSpPr>
          <p:cNvPr id="34" name="test-number-3">
            <a:extLst xmlns:a="http://schemas.openxmlformats.org/drawingml/2006/main">
              <a:ext uri="{FF2B5EF4-FFF2-40B4-BE49-F238E27FC236}">
                <a16:creationId xmlns:a16="http://schemas.microsoft.com/office/drawing/2014/main" id="{360AFE2A-A510-4955-863B-55AAA5BA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33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04</a:t>
            </a:r>
          </a:p>
        </p:txBody>
      </p:sp>
      <p:sp>
        <p:nvSpPr>
          <p:cNvPr id="35" name="test-line-3">
            <a:extLst xmlns:a="http://schemas.openxmlformats.org/drawingml/2006/main">
              <a:ext uri="{FF2B5EF4-FFF2-40B4-BE49-F238E27FC236}">
                <a16:creationId xmlns:a16="http://schemas.microsoft.com/office/drawing/2014/main" id="{E94E2599-EB02-4FDF-909C-62B866D0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36" name="test-step-3">
            <a:extLst xmlns:a="http://schemas.openxmlformats.org/drawingml/2006/main">
              <a:ext uri="{FF2B5EF4-FFF2-40B4-BE49-F238E27FC236}">
                <a16:creationId xmlns:a16="http://schemas.microsoft.com/office/drawing/2014/main" id="{9AF24815-02DE-4AAC-82A6-D03E48FE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Post-test</a:t>
            </a:r>
          </a:p>
        </p:txBody>
      </p:sp>
      <p:sp>
        <p:nvSpPr>
          <p:cNvPr id="37" name="test-number-4">
            <a:extLst xmlns:a="http://schemas.openxmlformats.org/drawingml/2006/main">
              <a:ext uri="{FF2B5EF4-FFF2-40B4-BE49-F238E27FC236}">
                <a16:creationId xmlns:a16="http://schemas.microsoft.com/office/drawing/2014/main" id="{4FD5C2A9-A0F9-4E1B-B0DB-9929D1E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33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425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05</a:t>
            </a:r>
          </a:p>
        </p:txBody>
      </p:sp>
      <p:sp>
        <p:nvSpPr>
          <p:cNvPr id="38" name="test-line-4">
            <a:extLst xmlns:a="http://schemas.openxmlformats.org/drawingml/2006/main">
              <a:ext uri="{FF2B5EF4-FFF2-40B4-BE49-F238E27FC236}">
                <a16:creationId xmlns:a16="http://schemas.microsoft.com/office/drawing/2014/main" id="{817552B5-EA36-4DA4-B96F-0930F6A1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39" name="test-step-4">
            <a:extLst xmlns:a="http://schemas.openxmlformats.org/drawingml/2006/main">
              <a:ext uri="{FF2B5EF4-FFF2-40B4-BE49-F238E27FC236}">
                <a16:creationId xmlns:a16="http://schemas.microsoft.com/office/drawing/2014/main" id="{CA53F44A-F493-4D07-BFCE-5D4F2337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650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Hasil</a:t>
            </a:r>
          </a:p>
        </p:txBody>
      </p:sp>
      <p:sp>
        <p:nvSpPr>
          <p:cNvPr id="40" name="test-shot-surface">
            <a:extLst xmlns:a="http://schemas.openxmlformats.org/drawingml/2006/main">
              <a:ext uri="{FF2B5EF4-FFF2-40B4-BE49-F238E27FC236}">
                <a16:creationId xmlns:a16="http://schemas.microsoft.com/office/drawing/2014/main" id="{ADA2A0FF-7071-4731-83B8-E6AE3EC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1277600" cy="2038350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41" name="test-shot-inner">
            <a:extLst xmlns:a="http://schemas.openxmlformats.org/drawingml/2006/main">
              <a:ext uri="{FF2B5EF4-FFF2-40B4-BE49-F238E27FC236}">
                <a16:creationId xmlns:a16="http://schemas.microsoft.com/office/drawing/2014/main" id="{1B8C654C-87B2-4231-A527-90A0EE5E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10934700" cy="1695450"/>
          </a:xfrm>
          <a:prstGeom xmlns:a="http://schemas.openxmlformats.org/drawingml/2006/main" prst="roundRect">
            <a:avLst>
              <a:gd name="adj" fmla="val 449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42" name="test-shot-tag">
            <a:extLst xmlns:a="http://schemas.openxmlformats.org/drawingml/2006/main">
              <a:ext uri="{FF2B5EF4-FFF2-40B4-BE49-F238E27FC236}">
                <a16:creationId xmlns:a16="http://schemas.microsoft.com/office/drawing/2014/main" id="{96688D6D-2A7F-480C-8E0C-11F99B83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43" name="test-shot-label">
            <a:extLst xmlns:a="http://schemas.openxmlformats.org/drawingml/2006/main">
              <a:ext uri="{FF2B5EF4-FFF2-40B4-BE49-F238E27FC236}">
                <a16:creationId xmlns:a16="http://schemas.microsoft.com/office/drawing/2014/main" id="{048E449D-709B-4A0D-B498-B3B1E659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556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ALUR PESERTA</a:t>
            </a:r>
          </a:p>
        </p:txBody>
      </p:sp>
      <p:sp>
        <p:nvSpPr>
          <p:cNvPr id="44" name="test-shot-caption">
            <a:extLst xmlns:a="http://schemas.openxmlformats.org/drawingml/2006/main">
              <a:ext uri="{FF2B5EF4-FFF2-40B4-BE49-F238E27FC236}">
                <a16:creationId xmlns:a16="http://schemas.microsoft.com/office/drawing/2014/main" id="{657321E1-44A0-4E8F-B097-A47764F3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7993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Gunakan tampilan login, halaman soal, atau hasil tes. Pilih satu fokus utama.</a:t>
            </a:r>
          </a:p>
        </p:txBody>
      </p:sp>
    </p:spTree>
    <p:extLst>
      <p:ext uri="{BB962C8B-B14F-4D97-AF65-F5344CB8AC3E}">
        <p14:creationId xmlns:p14="http://schemas.microsoft.com/office/powerpoint/2010/main" val="6534120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885950" y="2905125"/>
            <a:ext cx="647700" cy="723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3C0B"/>
            </a:solidFill>
            <a:prstDash val="solid"/>
            <a:head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1885950" y="2647950"/>
            <a:ext cx="6477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7F62"/>
            </a:solidFill>
            <a:prstDash val="solid"/>
            <a:headEnd type="triangle" w="sm" len="sm"/>
          </a:ln>
        </p:spPr>
      </p:cxnSp>
      <p:sp>
        <p:nvSpPr>
          <p:cNvPr id="39" name="section-7">
            <a:extLst xmlns:a="http://schemas.openxmlformats.org/drawingml/2006/main">
              <a:ext uri="{FF2B5EF4-FFF2-40B4-BE49-F238E27FC236}">
                <a16:creationId xmlns:a16="http://schemas.microsoft.com/office/drawing/2014/main" id="{4B472AEA-B67E-45A3-AED5-1BF327C3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5 • NILAI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0B10BA6-C222-4F16-88C1-25430629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ATURAN KELULUSAN DAN REMEDIAL TERLIHAT JELAS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36CB7C20-98DD-4AC8-9289-ACF0DC8F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07 / 10</a:t>
            </a:r>
          </a:p>
        </p:txBody>
      </p:sp>
      <p:sp>
        <p:nvSpPr>
          <p:cNvPr id="4" name="rail-line-4-0">
            <a:extLst xmlns:a="http://schemas.openxmlformats.org/drawingml/2006/main">
              <a:ext uri="{FF2B5EF4-FFF2-40B4-BE49-F238E27FC236}">
                <a16:creationId xmlns:a16="http://schemas.microsoft.com/office/drawing/2014/main" id="{84074F56-4064-446B-B9F7-0B7AF49A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4-0">
            <a:extLst xmlns:a="http://schemas.openxmlformats.org/drawingml/2006/main">
              <a:ext uri="{FF2B5EF4-FFF2-40B4-BE49-F238E27FC236}">
                <a16:creationId xmlns:a16="http://schemas.microsoft.com/office/drawing/2014/main" id="{4AB5B4B1-1BCF-4326-833C-77335C62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4-0">
            <a:extLst xmlns:a="http://schemas.openxmlformats.org/drawingml/2006/main">
              <a:ext uri="{FF2B5EF4-FFF2-40B4-BE49-F238E27FC236}">
                <a16:creationId xmlns:a16="http://schemas.microsoft.com/office/drawing/2014/main" id="{12D2AE99-E274-4D8E-A578-9CCCF686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4-1">
            <a:extLst xmlns:a="http://schemas.openxmlformats.org/drawingml/2006/main">
              <a:ext uri="{FF2B5EF4-FFF2-40B4-BE49-F238E27FC236}">
                <a16:creationId xmlns:a16="http://schemas.microsoft.com/office/drawing/2014/main" id="{7578F2DD-D679-4E4C-B1C6-7AB62987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8" name="rail-node-4-1">
            <a:extLst xmlns:a="http://schemas.openxmlformats.org/drawingml/2006/main">
              <a:ext uri="{FF2B5EF4-FFF2-40B4-BE49-F238E27FC236}">
                <a16:creationId xmlns:a16="http://schemas.microsoft.com/office/drawing/2014/main" id="{83515D8C-8FBC-4675-A7DC-23B46A3D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4-1">
            <a:extLst xmlns:a="http://schemas.openxmlformats.org/drawingml/2006/main">
              <a:ext uri="{FF2B5EF4-FFF2-40B4-BE49-F238E27FC236}">
                <a16:creationId xmlns:a16="http://schemas.microsoft.com/office/drawing/2014/main" id="{D17EE42E-C34D-42EA-8CD2-8D41D938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4-2">
            <a:extLst xmlns:a="http://schemas.openxmlformats.org/drawingml/2006/main">
              <a:ext uri="{FF2B5EF4-FFF2-40B4-BE49-F238E27FC236}">
                <a16:creationId xmlns:a16="http://schemas.microsoft.com/office/drawing/2014/main" id="{C6AD051A-A2A7-4FDD-BC1C-F747B02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1" name="rail-node-4-2">
            <a:extLst xmlns:a="http://schemas.openxmlformats.org/drawingml/2006/main">
              <a:ext uri="{FF2B5EF4-FFF2-40B4-BE49-F238E27FC236}">
                <a16:creationId xmlns:a16="http://schemas.microsoft.com/office/drawing/2014/main" id="{8B52D43D-B00F-42F4-8469-F54C0A23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4-2">
            <a:extLst xmlns:a="http://schemas.openxmlformats.org/drawingml/2006/main">
              <a:ext uri="{FF2B5EF4-FFF2-40B4-BE49-F238E27FC236}">
                <a16:creationId xmlns:a16="http://schemas.microsoft.com/office/drawing/2014/main" id="{483E3EA6-85A1-4026-999E-B967B544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4-3">
            <a:extLst xmlns:a="http://schemas.openxmlformats.org/drawingml/2006/main">
              <a:ext uri="{FF2B5EF4-FFF2-40B4-BE49-F238E27FC236}">
                <a16:creationId xmlns:a16="http://schemas.microsoft.com/office/drawing/2014/main" id="{2B06C7FC-447D-40C2-B4CF-68519F08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4" name="rail-node-4-3">
            <a:extLst xmlns:a="http://schemas.openxmlformats.org/drawingml/2006/main">
              <a:ext uri="{FF2B5EF4-FFF2-40B4-BE49-F238E27FC236}">
                <a16:creationId xmlns:a16="http://schemas.microsoft.com/office/drawing/2014/main" id="{A565C4B1-4676-44E5-92B8-7F922C5C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4-3">
            <a:extLst xmlns:a="http://schemas.openxmlformats.org/drawingml/2006/main">
              <a:ext uri="{FF2B5EF4-FFF2-40B4-BE49-F238E27FC236}">
                <a16:creationId xmlns:a16="http://schemas.microsoft.com/office/drawing/2014/main" id="{6F6BEBA5-7974-43DC-A253-9479BF02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4-4">
            <a:extLst xmlns:a="http://schemas.openxmlformats.org/drawingml/2006/main">
              <a:ext uri="{FF2B5EF4-FFF2-40B4-BE49-F238E27FC236}">
                <a16:creationId xmlns:a16="http://schemas.microsoft.com/office/drawing/2014/main" id="{C7D8EBCA-F10C-42E6-96B9-281AFBF4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7" name="rail-node-4-4">
            <a:extLst xmlns:a="http://schemas.openxmlformats.org/drawingml/2006/main">
              <a:ext uri="{FF2B5EF4-FFF2-40B4-BE49-F238E27FC236}">
                <a16:creationId xmlns:a16="http://schemas.microsoft.com/office/drawing/2014/main" id="{0D432239-5CB1-4F85-8BB1-FC84E11D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4-4">
            <a:extLst xmlns:a="http://schemas.openxmlformats.org/drawingml/2006/main">
              <a:ext uri="{FF2B5EF4-FFF2-40B4-BE49-F238E27FC236}">
                <a16:creationId xmlns:a16="http://schemas.microsoft.com/office/drawing/2014/main" id="{305FF110-41A6-4AE4-A0BE-E47F2A8D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4-5">
            <a:extLst xmlns:a="http://schemas.openxmlformats.org/drawingml/2006/main">
              <a:ext uri="{FF2B5EF4-FFF2-40B4-BE49-F238E27FC236}">
                <a16:creationId xmlns:a16="http://schemas.microsoft.com/office/drawing/2014/main" id="{9EA3320E-AD35-48EC-94D1-822A38A7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4-5">
            <a:extLst xmlns:a="http://schemas.openxmlformats.org/drawingml/2006/main">
              <a:ext uri="{FF2B5EF4-FFF2-40B4-BE49-F238E27FC236}">
                <a16:creationId xmlns:a16="http://schemas.microsoft.com/office/drawing/2014/main" id="{405395E5-94AA-4182-A4A1-244F6F4D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4-5">
            <a:extLst xmlns:a="http://schemas.openxmlformats.org/drawingml/2006/main">
              <a:ext uri="{FF2B5EF4-FFF2-40B4-BE49-F238E27FC236}">
                <a16:creationId xmlns:a16="http://schemas.microsoft.com/office/drawing/2014/main" id="{29ED310D-3D4C-4C14-8DC9-CD8B83A7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4-6">
            <a:extLst xmlns:a="http://schemas.openxmlformats.org/drawingml/2006/main">
              <a:ext uri="{FF2B5EF4-FFF2-40B4-BE49-F238E27FC236}">
                <a16:creationId xmlns:a16="http://schemas.microsoft.com/office/drawing/2014/main" id="{C3C8541E-8D33-4EB6-8F64-285A77C5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4-6">
            <a:extLst xmlns:a="http://schemas.openxmlformats.org/drawingml/2006/main">
              <a:ext uri="{FF2B5EF4-FFF2-40B4-BE49-F238E27FC236}">
                <a16:creationId xmlns:a16="http://schemas.microsoft.com/office/drawing/2014/main" id="{98F8897D-0800-48F1-8A4D-91379FF5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result-logic-label">
            <a:extLst xmlns:a="http://schemas.openxmlformats.org/drawingml/2006/main">
              <a:ext uri="{FF2B5EF4-FFF2-40B4-BE49-F238E27FC236}">
                <a16:creationId xmlns:a16="http://schemas.microsoft.com/office/drawing/2014/main" id="{53C395C2-8E57-4E61-B15A-6DD3BC1F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125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LOGIKA KELULUSAN</a:t>
            </a:r>
          </a:p>
        </p:txBody>
      </p:sp>
      <p:sp>
        <p:nvSpPr>
          <p:cNvPr id="25" name="result-start">
            <a:extLst xmlns:a="http://schemas.openxmlformats.org/drawingml/2006/main">
              <a:ext uri="{FF2B5EF4-FFF2-40B4-BE49-F238E27FC236}">
                <a16:creationId xmlns:a16="http://schemas.microsoft.com/office/drawing/2014/main" id="{23A143BF-00B2-41C1-B9A8-5304D99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9525">
            <a:solidFill>
              <a:srgbClr val="C9D3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425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POST-TEST</a:t>
            </a:r>
          </a:p>
        </p:txBody>
      </p:sp>
      <p:sp>
        <p:nvSpPr>
          <p:cNvPr id="26" name="result-pass">
            <a:extLst xmlns:a="http://schemas.openxmlformats.org/drawingml/2006/main">
              <a:ext uri="{FF2B5EF4-FFF2-40B4-BE49-F238E27FC236}">
                <a16:creationId xmlns:a16="http://schemas.microsoft.com/office/drawing/2014/main" id="{C2FE6E6F-7C6D-4AEA-BDA6-08A2DF0F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33625"/>
            <a:ext cx="2095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13335">
            <a:solidFill>
              <a:srgbClr val="0A7F6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A7F62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>
                <a:solidFill>
                  <a:srgbClr val="0A7F62"/>
                </a:solidFill>
                <a:latin typeface="Host Grotesk Bold"/>
                <a:ea typeface="Host Grotesk Bold"/>
                <a:cs typeface="Host Grotesk Bold"/>
              </a:rPr>
              <a:t>SKOR ≥ BATAS</a:t>
            </a:r>
          </a:p>
          <a:p xmlns:a="http://schemas.openxmlformats.org/drawingml/2006/main">
            <a:pPr algn="ctr">
              <a:defRPr sz="1350">
                <a:solidFill>
                  <a:srgbClr val="0A7F62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>
                <a:solidFill>
                  <a:srgbClr val="0A7F62"/>
                </a:solidFill>
                <a:latin typeface="Host Grotesk Bold"/>
                <a:ea typeface="Host Grotesk Bold"/>
                <a:cs typeface="Host Grotesk Bold"/>
              </a:rPr>
              <a:t>LULUS</a:t>
            </a:r>
          </a:p>
        </p:txBody>
      </p:sp>
      <p:sp>
        <p:nvSpPr>
          <p:cNvPr id="27" name="result-remedial">
            <a:extLst xmlns:a="http://schemas.openxmlformats.org/drawingml/2006/main">
              <a:ext uri="{FF2B5EF4-FFF2-40B4-BE49-F238E27FC236}">
                <a16:creationId xmlns:a16="http://schemas.microsoft.com/office/drawing/2014/main" id="{330F29EC-03D2-436D-BE6C-A533380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48025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E"/>
          </a:solidFill>
          <a:ln xmlns:a="http://schemas.openxmlformats.org/drawingml/2006/main" w="13335">
            <a:solidFill>
              <a:srgbClr val="B93C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93C0B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>
                <a:solidFill>
                  <a:srgbClr val="B93C0B"/>
                </a:solidFill>
                <a:latin typeface="Host Grotesk Bold"/>
                <a:ea typeface="Host Grotesk Bold"/>
                <a:cs typeface="Host Grotesk Bold"/>
              </a:rPr>
              <a:t>SKOR &lt; BATAS</a:t>
            </a:r>
          </a:p>
          <a:p xmlns:a="http://schemas.openxmlformats.org/drawingml/2006/main">
            <a:pPr algn="ctr">
              <a:defRPr sz="1350">
                <a:solidFill>
                  <a:srgbClr val="B93C0B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350">
                <a:solidFill>
                  <a:srgbClr val="B93C0B"/>
                </a:solidFill>
                <a:latin typeface="Host Grotesk Bold"/>
                <a:ea typeface="Host Grotesk Bold"/>
                <a:cs typeface="Host Grotesk Bold"/>
              </a:rPr>
              <a:t>REMEDIAL</a:t>
            </a:r>
          </a:p>
        </p:txBody>
      </p:sp>
      <p:sp>
        <p:nvSpPr>
          <p:cNvPr id="30" name="result-helper">
            <a:extLst xmlns:a="http://schemas.openxmlformats.org/drawingml/2006/main">
              <a:ext uri="{FF2B5EF4-FFF2-40B4-BE49-F238E27FC236}">
                <a16:creationId xmlns:a16="http://schemas.microsoft.com/office/drawing/2014/main" id="{E7FD9D92-A881-4915-BCDC-C4F3A292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2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[Sesuaikan jumlah remedial dan kondisi akhir tes]</a:t>
            </a:r>
          </a:p>
        </p:txBody>
      </p:sp>
      <p:graphicFrame>
        <p:nvGraphicFramePr>
          <p:cNvPr id="67" name=""/>
          <p:cNvGraphicFramePr/>
          <p:nvPr/>
        </p:nvGraphicFramePr>
        <p:xfrm>
          <a:off xmlns:a="http://schemas.openxmlformats.org/drawingml/2006/main" x="457200" y="4876800"/>
          <a:ext xmlns:a="http://schemas.openxmlformats.org/drawingml/2006/main" cx="581025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810000"/>
              </a:tblGrid>
              <a:tr h="4191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1540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Batas kelulusan</a:t>
                      </a:r>
                    </a:p>
                  </a:txBody>
                  <a:tcPr marL="91440" marR="91440" marT="45720" marB="45720"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4507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[Contoh: 70]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1540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Remedial maksimal</a:t>
                      </a:r>
                    </a:p>
                  </a:txBody>
                  <a:tcPr marL="91440" marR="91440" marT="45720" marB="45720"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4507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[Contoh: 2 kali]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1540"/>
                          </a:solidFill>
                          <a:latin typeface="Host Grotesk Bold"/>
                          <a:ea typeface="Host Grotesk Bold"/>
                          <a:cs typeface="Host Grotesk Bold"/>
                        </a:rPr>
                        <a:t>Durasi tambahan</a:t>
                      </a:r>
                    </a:p>
                  </a:txBody>
                  <a:tcPr marL="91440" marR="91440" marT="45720" marB="45720"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4507A"/>
                          </a:solidFill>
                          <a:latin typeface="Host Grotesk"/>
                          <a:ea typeface="Host Grotesk"/>
                          <a:cs typeface="Host Grotesk"/>
                        </a:rPr>
                        <a:t>[Contoh: 7 menit per remedial]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2" name="result-shot-surface">
            <a:extLst xmlns:a="http://schemas.openxmlformats.org/drawingml/2006/main">
              <a:ext uri="{FF2B5EF4-FFF2-40B4-BE49-F238E27FC236}">
                <a16:creationId xmlns:a16="http://schemas.microsoft.com/office/drawing/2014/main" id="{BC5DA051-A455-424C-B775-B75B5EBD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5029200" cy="3990975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3" name="result-shot-inner">
            <a:extLst xmlns:a="http://schemas.openxmlformats.org/drawingml/2006/main">
              <a:ext uri="{FF2B5EF4-FFF2-40B4-BE49-F238E27FC236}">
                <a16:creationId xmlns:a16="http://schemas.microsoft.com/office/drawing/2014/main" id="{F9B2F262-EA67-4023-BE04-DD7B5BF4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14575"/>
            <a:ext cx="4686300" cy="3648075"/>
          </a:xfrm>
          <a:prstGeom xmlns:a="http://schemas.openxmlformats.org/drawingml/2006/main" prst="roundRect">
            <a:avLst>
              <a:gd name="adj" fmla="val 208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4" name="result-shot-tag">
            <a:extLst xmlns:a="http://schemas.openxmlformats.org/drawingml/2006/main">
              <a:ext uri="{FF2B5EF4-FFF2-40B4-BE49-F238E27FC236}">
                <a16:creationId xmlns:a16="http://schemas.microsoft.com/office/drawing/2014/main" id="{78B7FC8C-DCE5-4F5E-B4EB-C232867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5" name="result-shot-label">
            <a:extLst xmlns:a="http://schemas.openxmlformats.org/drawingml/2006/main">
              <a:ext uri="{FF2B5EF4-FFF2-40B4-BE49-F238E27FC236}">
                <a16:creationId xmlns:a16="http://schemas.microsoft.com/office/drawing/2014/main" id="{74EA98A2-3995-46CE-9E4D-6D4750D8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79876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NILAI</a:t>
            </a:r>
          </a:p>
        </p:txBody>
      </p:sp>
      <p:sp>
        <p:nvSpPr>
          <p:cNvPr id="36" name="result-shot-caption">
            <a:extLst xmlns:a="http://schemas.openxmlformats.org/drawingml/2006/main">
              <a:ext uri="{FF2B5EF4-FFF2-40B4-BE49-F238E27FC236}">
                <a16:creationId xmlns:a16="http://schemas.microsoft.com/office/drawing/2014/main" id="{DBAB1B0C-94B0-46B4-8932-06A36796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57891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rekap nilai, status kelulusan, atau riwayat remedial</a:t>
            </a:r>
          </a:p>
        </p:txBody>
      </p:sp>
    </p:spTree>
    <p:extLst>
      <p:ext uri="{BB962C8B-B14F-4D97-AF65-F5344CB8AC3E}">
        <p14:creationId xmlns:p14="http://schemas.microsoft.com/office/powerpoint/2010/main" val="20228021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8">
            <a:extLst xmlns:a="http://schemas.openxmlformats.org/drawingml/2006/main">
              <a:ext uri="{FF2B5EF4-FFF2-40B4-BE49-F238E27FC236}">
                <a16:creationId xmlns:a16="http://schemas.microsoft.com/office/drawing/2014/main" id="{02045DAE-9C3C-4B23-932A-A159212A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6 • EVALUASI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19DA22F-9DD4-4DEE-8EF0-8556F3AF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EVALUASI DAN KOREKSI NILAI MEMILIKI REKAM JEJAK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0BF6AD83-7CEE-4922-9786-C9AE7544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08 / 10</a:t>
            </a:r>
          </a:p>
        </p:txBody>
      </p:sp>
      <p:sp>
        <p:nvSpPr>
          <p:cNvPr id="4" name="rail-line-5-0">
            <a:extLst xmlns:a="http://schemas.openxmlformats.org/drawingml/2006/main">
              <a:ext uri="{FF2B5EF4-FFF2-40B4-BE49-F238E27FC236}">
                <a16:creationId xmlns:a16="http://schemas.microsoft.com/office/drawing/2014/main" id="{2CD2AFF6-2117-43A2-AD7F-63833CD5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5-0">
            <a:extLst xmlns:a="http://schemas.openxmlformats.org/drawingml/2006/main">
              <a:ext uri="{FF2B5EF4-FFF2-40B4-BE49-F238E27FC236}">
                <a16:creationId xmlns:a16="http://schemas.microsoft.com/office/drawing/2014/main" id="{C68598BD-C69E-4143-89D3-0FC99B49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5-0">
            <a:extLst xmlns:a="http://schemas.openxmlformats.org/drawingml/2006/main">
              <a:ext uri="{FF2B5EF4-FFF2-40B4-BE49-F238E27FC236}">
                <a16:creationId xmlns:a16="http://schemas.microsoft.com/office/drawing/2014/main" id="{88BB4B7E-CD69-4755-872E-BA53039B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5-1">
            <a:extLst xmlns:a="http://schemas.openxmlformats.org/drawingml/2006/main">
              <a:ext uri="{FF2B5EF4-FFF2-40B4-BE49-F238E27FC236}">
                <a16:creationId xmlns:a16="http://schemas.microsoft.com/office/drawing/2014/main" id="{D4B81591-BAA5-470D-99B0-397CC412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8" name="rail-node-5-1">
            <a:extLst xmlns:a="http://schemas.openxmlformats.org/drawingml/2006/main">
              <a:ext uri="{FF2B5EF4-FFF2-40B4-BE49-F238E27FC236}">
                <a16:creationId xmlns:a16="http://schemas.microsoft.com/office/drawing/2014/main" id="{8FAC56ED-0AA7-4C23-923D-A88F1A7A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5-1">
            <a:extLst xmlns:a="http://schemas.openxmlformats.org/drawingml/2006/main">
              <a:ext uri="{FF2B5EF4-FFF2-40B4-BE49-F238E27FC236}">
                <a16:creationId xmlns:a16="http://schemas.microsoft.com/office/drawing/2014/main" id="{8A4AFCB1-1F66-4243-9794-7A491E9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5-2">
            <a:extLst xmlns:a="http://schemas.openxmlformats.org/drawingml/2006/main">
              <a:ext uri="{FF2B5EF4-FFF2-40B4-BE49-F238E27FC236}">
                <a16:creationId xmlns:a16="http://schemas.microsoft.com/office/drawing/2014/main" id="{D613A4E3-0EE6-446B-B2DC-FF765222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1" name="rail-node-5-2">
            <a:extLst xmlns:a="http://schemas.openxmlformats.org/drawingml/2006/main">
              <a:ext uri="{FF2B5EF4-FFF2-40B4-BE49-F238E27FC236}">
                <a16:creationId xmlns:a16="http://schemas.microsoft.com/office/drawing/2014/main" id="{ACEBE7E3-AEC5-4531-885E-1972C5A5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5-2">
            <a:extLst xmlns:a="http://schemas.openxmlformats.org/drawingml/2006/main">
              <a:ext uri="{FF2B5EF4-FFF2-40B4-BE49-F238E27FC236}">
                <a16:creationId xmlns:a16="http://schemas.microsoft.com/office/drawing/2014/main" id="{19866D70-AC37-4191-B32D-91980BE0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5-3">
            <a:extLst xmlns:a="http://schemas.openxmlformats.org/drawingml/2006/main">
              <a:ext uri="{FF2B5EF4-FFF2-40B4-BE49-F238E27FC236}">
                <a16:creationId xmlns:a16="http://schemas.microsoft.com/office/drawing/2014/main" id="{B7B82834-7119-47DD-B1AA-45ABF6EB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4" name="rail-node-5-3">
            <a:extLst xmlns:a="http://schemas.openxmlformats.org/drawingml/2006/main">
              <a:ext uri="{FF2B5EF4-FFF2-40B4-BE49-F238E27FC236}">
                <a16:creationId xmlns:a16="http://schemas.microsoft.com/office/drawing/2014/main" id="{B462AF1E-1CDC-4E1E-868C-0C38123A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5-3">
            <a:extLst xmlns:a="http://schemas.openxmlformats.org/drawingml/2006/main">
              <a:ext uri="{FF2B5EF4-FFF2-40B4-BE49-F238E27FC236}">
                <a16:creationId xmlns:a16="http://schemas.microsoft.com/office/drawing/2014/main" id="{580400FD-73A5-4272-9D7C-02556BEF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5-4">
            <a:extLst xmlns:a="http://schemas.openxmlformats.org/drawingml/2006/main">
              <a:ext uri="{FF2B5EF4-FFF2-40B4-BE49-F238E27FC236}">
                <a16:creationId xmlns:a16="http://schemas.microsoft.com/office/drawing/2014/main" id="{3F56202B-56FD-4C51-91F4-4DB5A2ED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7" name="rail-node-5-4">
            <a:extLst xmlns:a="http://schemas.openxmlformats.org/drawingml/2006/main">
              <a:ext uri="{FF2B5EF4-FFF2-40B4-BE49-F238E27FC236}">
                <a16:creationId xmlns:a16="http://schemas.microsoft.com/office/drawing/2014/main" id="{F1C73C44-1AF0-437A-AD1A-C5E239A9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5-4">
            <a:extLst xmlns:a="http://schemas.openxmlformats.org/drawingml/2006/main">
              <a:ext uri="{FF2B5EF4-FFF2-40B4-BE49-F238E27FC236}">
                <a16:creationId xmlns:a16="http://schemas.microsoft.com/office/drawing/2014/main" id="{9F4FAB3A-1D1D-4C14-B3EC-0AB46A44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5-5">
            <a:extLst xmlns:a="http://schemas.openxmlformats.org/drawingml/2006/main">
              <a:ext uri="{FF2B5EF4-FFF2-40B4-BE49-F238E27FC236}">
                <a16:creationId xmlns:a16="http://schemas.microsoft.com/office/drawing/2014/main" id="{5226A862-B5E9-4D3D-81F5-8EA935DC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20" name="rail-node-5-5">
            <a:extLst xmlns:a="http://schemas.openxmlformats.org/drawingml/2006/main">
              <a:ext uri="{FF2B5EF4-FFF2-40B4-BE49-F238E27FC236}">
                <a16:creationId xmlns:a16="http://schemas.microsoft.com/office/drawing/2014/main" id="{25FF3376-7B12-4B80-9263-83D1E6D0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5-5">
            <a:extLst xmlns:a="http://schemas.openxmlformats.org/drawingml/2006/main">
              <a:ext uri="{FF2B5EF4-FFF2-40B4-BE49-F238E27FC236}">
                <a16:creationId xmlns:a16="http://schemas.microsoft.com/office/drawing/2014/main" id="{AF10FC7F-D817-49C5-A8D5-058F35C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5-6">
            <a:extLst xmlns:a="http://schemas.openxmlformats.org/drawingml/2006/main">
              <a:ext uri="{FF2B5EF4-FFF2-40B4-BE49-F238E27FC236}">
                <a16:creationId xmlns:a16="http://schemas.microsoft.com/office/drawing/2014/main" id="{49E2AB2D-3FB7-4E54-BCF9-BC376834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3F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5-6">
            <a:extLst xmlns:a="http://schemas.openxmlformats.org/drawingml/2006/main">
              <a:ext uri="{FF2B5EF4-FFF2-40B4-BE49-F238E27FC236}">
                <a16:creationId xmlns:a16="http://schemas.microsoft.com/office/drawing/2014/main" id="{4515DD53-F8D8-46C8-B11D-827A5CED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evaluation-panel">
            <a:extLst xmlns:a="http://schemas.openxmlformats.org/drawingml/2006/main">
              <a:ext uri="{FF2B5EF4-FFF2-40B4-BE49-F238E27FC236}">
                <a16:creationId xmlns:a16="http://schemas.microsoft.com/office/drawing/2014/main" id="{3AA8E1A6-D988-4BF8-B709-D08C6D9A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3009900" cy="32385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aluation-number">
            <a:extLst xmlns:a="http://schemas.openxmlformats.org/drawingml/2006/main">
              <a:ext uri="{FF2B5EF4-FFF2-40B4-BE49-F238E27FC236}">
                <a16:creationId xmlns:a16="http://schemas.microsoft.com/office/drawing/2014/main" id="{F683A112-4F6C-4F27-AD35-E95EDB45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01</a:t>
            </a:r>
          </a:p>
        </p:txBody>
      </p:sp>
      <p:sp>
        <p:nvSpPr>
          <p:cNvPr id="26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1E508012-F0EA-4358-BAB3-07D1888F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Evaluasi mutu</a:t>
            </a:r>
          </a:p>
        </p:txBody>
      </p:sp>
      <p:sp>
        <p:nvSpPr>
          <p:cNvPr id="27" name="evaluation-copy">
            <a:extLst xmlns:a="http://schemas.openxmlformats.org/drawingml/2006/main">
              <a:ext uri="{FF2B5EF4-FFF2-40B4-BE49-F238E27FC236}">
                <a16:creationId xmlns:a16="http://schemas.microsoft.com/office/drawing/2014/main" id="{1548992D-8783-47D5-8C3E-C085B282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[Jelaskan kuesioner, jadwal evaluasi, dan indikator mutu yang dipantau]</a:t>
            </a:r>
          </a:p>
        </p:txBody>
      </p:sp>
      <p:sp>
        <p:nvSpPr>
          <p:cNvPr id="28" name="audit-panel">
            <a:extLst xmlns:a="http://schemas.openxmlformats.org/drawingml/2006/main">
              <a:ext uri="{FF2B5EF4-FFF2-40B4-BE49-F238E27FC236}">
                <a16:creationId xmlns:a16="http://schemas.microsoft.com/office/drawing/2014/main" id="{1F356ECB-F2A4-4869-A122-F02D4B25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3009900" cy="32385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udit-number">
            <a:extLst xmlns:a="http://schemas.openxmlformats.org/drawingml/2006/main">
              <a:ext uri="{FF2B5EF4-FFF2-40B4-BE49-F238E27FC236}">
                <a16:creationId xmlns:a16="http://schemas.microsoft.com/office/drawing/2014/main" id="{E1C64B96-65A4-4695-AEE3-C1ADB8B1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1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02</a:t>
            </a:r>
          </a:p>
        </p:txBody>
      </p:sp>
      <p:sp>
        <p:nvSpPr>
          <p:cNvPr id="30" name="audit-title">
            <a:extLst xmlns:a="http://schemas.openxmlformats.org/drawingml/2006/main">
              <a:ext uri="{FF2B5EF4-FFF2-40B4-BE49-F238E27FC236}">
                <a16:creationId xmlns:a16="http://schemas.microsoft.com/office/drawing/2014/main" id="{221C61C8-5F58-4272-B94C-5689A76C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Koreksi dan audit</a:t>
            </a:r>
          </a:p>
        </p:txBody>
      </p:sp>
      <p:sp>
        <p:nvSpPr>
          <p:cNvPr id="31" name="audit-copy">
            <a:extLst xmlns:a="http://schemas.openxmlformats.org/drawingml/2006/main">
              <a:ext uri="{FF2B5EF4-FFF2-40B4-BE49-F238E27FC236}">
                <a16:creationId xmlns:a16="http://schemas.microsoft.com/office/drawing/2014/main" id="{F17CD7D2-D0BF-4A8E-AB7D-10025BFA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[Jelaskan persetujuan, alasan koreksi, waktu perubahan, dan identitas editor]</a:t>
            </a:r>
          </a:p>
        </p:txBody>
      </p:sp>
      <p:sp>
        <p:nvSpPr>
          <p:cNvPr id="32" name="evaluation-shot-surface">
            <a:extLst xmlns:a="http://schemas.openxmlformats.org/drawingml/2006/main">
              <a:ext uri="{FF2B5EF4-FFF2-40B4-BE49-F238E27FC236}">
                <a16:creationId xmlns:a16="http://schemas.microsoft.com/office/drawing/2014/main" id="{4E6D3C12-C789-435F-83DC-ED954060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4552950" cy="3990975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3" name="evaluation-shot-inner">
            <a:extLst xmlns:a="http://schemas.openxmlformats.org/drawingml/2006/main">
              <a:ext uri="{FF2B5EF4-FFF2-40B4-BE49-F238E27FC236}">
                <a16:creationId xmlns:a16="http://schemas.microsoft.com/office/drawing/2014/main" id="{D3F18CFA-DDE2-48DC-9F0D-946373A6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14575"/>
            <a:ext cx="4210050" cy="3648075"/>
          </a:xfrm>
          <a:prstGeom xmlns:a="http://schemas.openxmlformats.org/drawingml/2006/main" prst="roundRect">
            <a:avLst>
              <a:gd name="adj" fmla="val 208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4" name="evaluation-shot-tag">
            <a:extLst xmlns:a="http://schemas.openxmlformats.org/drawingml/2006/main">
              <a:ext uri="{FF2B5EF4-FFF2-40B4-BE49-F238E27FC236}">
                <a16:creationId xmlns:a16="http://schemas.microsoft.com/office/drawing/2014/main" id="{583712DC-9D73-4A2B-818B-A48FFCE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5" name="evaluation-shot-label">
            <a:extLst xmlns:a="http://schemas.openxmlformats.org/drawingml/2006/main">
              <a:ext uri="{FF2B5EF4-FFF2-40B4-BE49-F238E27FC236}">
                <a16:creationId xmlns:a16="http://schemas.microsoft.com/office/drawing/2014/main" id="{50B045FB-1873-480B-B495-914BB660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79876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SCREENSHOT EVALUASI</a:t>
            </a:r>
          </a:p>
        </p:txBody>
      </p:sp>
      <p:sp>
        <p:nvSpPr>
          <p:cNvPr id="36" name="evaluation-shot-caption">
            <a:extLst xmlns:a="http://schemas.openxmlformats.org/drawingml/2006/main">
              <a:ext uri="{FF2B5EF4-FFF2-40B4-BE49-F238E27FC236}">
                <a16:creationId xmlns:a16="http://schemas.microsoft.com/office/drawing/2014/main" id="{1BBAC3A2-4808-4B60-93A4-84D06DC6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7891"/>
            <a:ext cx="379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kuesioner, ringkasan respons, atau audit log</a:t>
            </a:r>
          </a:p>
        </p:txBody>
      </p:sp>
    </p:spTree>
    <p:extLst>
      <p:ext uri="{BB962C8B-B14F-4D97-AF65-F5344CB8AC3E}">
        <p14:creationId xmlns:p14="http://schemas.microsoft.com/office/powerpoint/2010/main" val="904342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9">
            <a:extLst xmlns:a="http://schemas.openxmlformats.org/drawingml/2006/main">
              <a:ext uri="{FF2B5EF4-FFF2-40B4-BE49-F238E27FC236}">
                <a16:creationId xmlns:a16="http://schemas.microsoft.com/office/drawing/2014/main" id="{A83EA120-BA50-4964-8319-5BBD3C43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TAHAP 7 • DOKUMEN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C6BACCD-B32A-4834-BFEF-9685F5DE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450" b="0">
                <a:solidFill>
                  <a:srgbClr val="0A1540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DOKUMEN AKHIR TERBIT DENGAN FORMAT YANG KONSISTEN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5F452E07-F047-4B44-B0A8-5A34E23A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44507A"/>
                </a:solidFill>
                <a:latin typeface="Red Hat Mono SemiBold"/>
                <a:ea typeface="Red Hat Mono SemiBold"/>
                <a:cs typeface="Red Hat Mono SemiBold"/>
              </a:rPr>
              <a:t>09 / 10</a:t>
            </a:r>
          </a:p>
        </p:txBody>
      </p:sp>
      <p:sp>
        <p:nvSpPr>
          <p:cNvPr id="4" name="rail-line-6-0">
            <a:extLst xmlns:a="http://schemas.openxmlformats.org/drawingml/2006/main">
              <a:ext uri="{FF2B5EF4-FFF2-40B4-BE49-F238E27FC236}">
                <a16:creationId xmlns:a16="http://schemas.microsoft.com/office/drawing/2014/main" id="{30F1A4F5-A36F-4136-9A50-22049AB9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5" name="rail-node-6-0">
            <a:extLst xmlns:a="http://schemas.openxmlformats.org/drawingml/2006/main">
              <a:ext uri="{FF2B5EF4-FFF2-40B4-BE49-F238E27FC236}">
                <a16:creationId xmlns:a16="http://schemas.microsoft.com/office/drawing/2014/main" id="{BE112DF6-CD38-46C7-9991-EA5282F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1</a:t>
            </a:r>
          </a:p>
        </p:txBody>
      </p:sp>
      <p:sp>
        <p:nvSpPr>
          <p:cNvPr id="6" name="rail-label-6-0">
            <a:extLst xmlns:a="http://schemas.openxmlformats.org/drawingml/2006/main">
              <a:ext uri="{FF2B5EF4-FFF2-40B4-BE49-F238E27FC236}">
                <a16:creationId xmlns:a16="http://schemas.microsoft.com/office/drawing/2014/main" id="{8731A16E-60D3-419D-880C-4319480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Program</a:t>
            </a:r>
          </a:p>
        </p:txBody>
      </p:sp>
      <p:sp>
        <p:nvSpPr>
          <p:cNvPr id="7" name="rail-line-6-1">
            <a:extLst xmlns:a="http://schemas.openxmlformats.org/drawingml/2006/main">
              <a:ext uri="{FF2B5EF4-FFF2-40B4-BE49-F238E27FC236}">
                <a16:creationId xmlns:a16="http://schemas.microsoft.com/office/drawing/2014/main" id="{E3D00A56-37D1-4EA4-8957-4F21B2E3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8" name="rail-node-6-1">
            <a:extLst xmlns:a="http://schemas.openxmlformats.org/drawingml/2006/main">
              <a:ext uri="{FF2B5EF4-FFF2-40B4-BE49-F238E27FC236}">
                <a16:creationId xmlns:a16="http://schemas.microsoft.com/office/drawing/2014/main" id="{D19C34C0-DEFD-4213-BA1D-8EFDB3CD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2</a:t>
            </a:r>
          </a:p>
        </p:txBody>
      </p:sp>
      <p:sp>
        <p:nvSpPr>
          <p:cNvPr id="9" name="rail-label-6-1">
            <a:extLst xmlns:a="http://schemas.openxmlformats.org/drawingml/2006/main">
              <a:ext uri="{FF2B5EF4-FFF2-40B4-BE49-F238E27FC236}">
                <a16:creationId xmlns:a16="http://schemas.microsoft.com/office/drawing/2014/main" id="{3559337F-C648-4A30-82E4-7169C307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Peserta</a:t>
            </a:r>
          </a:p>
        </p:txBody>
      </p:sp>
      <p:sp>
        <p:nvSpPr>
          <p:cNvPr id="10" name="rail-line-6-2">
            <a:extLst xmlns:a="http://schemas.openxmlformats.org/drawingml/2006/main">
              <a:ext uri="{FF2B5EF4-FFF2-40B4-BE49-F238E27FC236}">
                <a16:creationId xmlns:a16="http://schemas.microsoft.com/office/drawing/2014/main" id="{9F20BBA4-5172-4657-A7D0-A5B4EE6B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1" name="rail-node-6-2">
            <a:extLst xmlns:a="http://schemas.openxmlformats.org/drawingml/2006/main">
              <a:ext uri="{FF2B5EF4-FFF2-40B4-BE49-F238E27FC236}">
                <a16:creationId xmlns:a16="http://schemas.microsoft.com/office/drawing/2014/main" id="{E97549D4-F4CD-4003-8228-2743D251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3</a:t>
            </a:r>
          </a:p>
        </p:txBody>
      </p:sp>
      <p:sp>
        <p:nvSpPr>
          <p:cNvPr id="12" name="rail-label-6-2">
            <a:extLst xmlns:a="http://schemas.openxmlformats.org/drawingml/2006/main">
              <a:ext uri="{FF2B5EF4-FFF2-40B4-BE49-F238E27FC236}">
                <a16:creationId xmlns:a16="http://schemas.microsoft.com/office/drawing/2014/main" id="{39F4D35C-D895-48EB-8676-E71E7088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Bank Soal</a:t>
            </a:r>
          </a:p>
        </p:txBody>
      </p:sp>
      <p:sp>
        <p:nvSpPr>
          <p:cNvPr id="13" name="rail-line-6-3">
            <a:extLst xmlns:a="http://schemas.openxmlformats.org/drawingml/2006/main">
              <a:ext uri="{FF2B5EF4-FFF2-40B4-BE49-F238E27FC236}">
                <a16:creationId xmlns:a16="http://schemas.microsoft.com/office/drawing/2014/main" id="{537A7795-07BE-495F-A33A-1C978371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4" name="rail-node-6-3">
            <a:extLst xmlns:a="http://schemas.openxmlformats.org/drawingml/2006/main">
              <a:ext uri="{FF2B5EF4-FFF2-40B4-BE49-F238E27FC236}">
                <a16:creationId xmlns:a16="http://schemas.microsoft.com/office/drawing/2014/main" id="{337515DF-10F1-43AF-ABAB-92D9FBE5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4</a:t>
            </a:r>
          </a:p>
        </p:txBody>
      </p:sp>
      <p:sp>
        <p:nvSpPr>
          <p:cNvPr id="15" name="rail-label-6-3">
            <a:extLst xmlns:a="http://schemas.openxmlformats.org/drawingml/2006/main">
              <a:ext uri="{FF2B5EF4-FFF2-40B4-BE49-F238E27FC236}">
                <a16:creationId xmlns:a16="http://schemas.microsoft.com/office/drawing/2014/main" id="{9A300B06-D580-41E1-91ED-64FD457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Tes</a:t>
            </a:r>
          </a:p>
        </p:txBody>
      </p:sp>
      <p:sp>
        <p:nvSpPr>
          <p:cNvPr id="16" name="rail-line-6-4">
            <a:extLst xmlns:a="http://schemas.openxmlformats.org/drawingml/2006/main">
              <a:ext uri="{FF2B5EF4-FFF2-40B4-BE49-F238E27FC236}">
                <a16:creationId xmlns:a16="http://schemas.microsoft.com/office/drawing/2014/main" id="{9223B56D-5541-4DC5-B850-DA631A94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17" name="rail-node-6-4">
            <a:extLst xmlns:a="http://schemas.openxmlformats.org/drawingml/2006/main">
              <a:ext uri="{FF2B5EF4-FFF2-40B4-BE49-F238E27FC236}">
                <a16:creationId xmlns:a16="http://schemas.microsoft.com/office/drawing/2014/main" id="{68E20206-2A04-49BB-B92E-040A626D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5</a:t>
            </a:r>
          </a:p>
        </p:txBody>
      </p:sp>
      <p:sp>
        <p:nvSpPr>
          <p:cNvPr id="18" name="rail-label-6-4">
            <a:extLst xmlns:a="http://schemas.openxmlformats.org/drawingml/2006/main">
              <a:ext uri="{FF2B5EF4-FFF2-40B4-BE49-F238E27FC236}">
                <a16:creationId xmlns:a16="http://schemas.microsoft.com/office/drawing/2014/main" id="{853E9D95-EA6E-48FF-9B39-A74BC653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Nilai</a:t>
            </a:r>
          </a:p>
        </p:txBody>
      </p:sp>
      <p:sp>
        <p:nvSpPr>
          <p:cNvPr id="19" name="rail-line-6-5">
            <a:extLst xmlns:a="http://schemas.openxmlformats.org/drawingml/2006/main">
              <a:ext uri="{FF2B5EF4-FFF2-40B4-BE49-F238E27FC236}">
                <a16:creationId xmlns:a16="http://schemas.microsoft.com/office/drawing/2014/main" id="{2236BB34-4962-4F44-A039-E786D1CE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906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BE3"/>
            </a:solidFill>
            <a:prstDash val="solid"/>
          </a:ln>
        </p:spPr>
      </p:sp>
      <p:sp>
        <p:nvSpPr>
          <p:cNvPr id="20" name="rail-node-6-5">
            <a:extLst xmlns:a="http://schemas.openxmlformats.org/drawingml/2006/main">
              <a:ext uri="{FF2B5EF4-FFF2-40B4-BE49-F238E27FC236}">
                <a16:creationId xmlns:a16="http://schemas.microsoft.com/office/drawing/2014/main" id="{E703B653-1B21-412F-B5E1-AC90F6BC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44507A"/>
                </a:solidFill>
                <a:latin typeface="Host Grotesk Bold"/>
                <a:ea typeface="Host Grotesk Bold"/>
                <a:cs typeface="Host Grotesk Bold"/>
              </a:rPr>
              <a:t>6</a:t>
            </a:r>
          </a:p>
        </p:txBody>
      </p:sp>
      <p:sp>
        <p:nvSpPr>
          <p:cNvPr id="21" name="rail-label-6-5">
            <a:extLst xmlns:a="http://schemas.openxmlformats.org/drawingml/2006/main">
              <a:ext uri="{FF2B5EF4-FFF2-40B4-BE49-F238E27FC236}">
                <a16:creationId xmlns:a16="http://schemas.microsoft.com/office/drawing/2014/main" id="{CCFC9BA6-A51B-4D3C-9998-9F9C2B4E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Evaluasi</a:t>
            </a:r>
          </a:p>
        </p:txBody>
      </p:sp>
      <p:sp>
        <p:nvSpPr>
          <p:cNvPr id="22" name="rail-node-6-6">
            <a:extLst xmlns:a="http://schemas.openxmlformats.org/drawingml/2006/main">
              <a:ext uri="{FF2B5EF4-FFF2-40B4-BE49-F238E27FC236}">
                <a16:creationId xmlns:a16="http://schemas.microsoft.com/office/drawing/2014/main" id="{65F3053C-9881-4AF0-A461-60AABABC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76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BE3"/>
          </a:solidFill>
          <a:ln xmlns:a="http://schemas.openxmlformats.org/drawingml/2006/main" w="19050">
            <a:solidFill>
              <a:srgbClr val="1D3B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0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7</a:t>
            </a:r>
          </a:p>
        </p:txBody>
      </p:sp>
      <p:sp>
        <p:nvSpPr>
          <p:cNvPr id="23" name="rail-label-6-6">
            <a:extLst xmlns:a="http://schemas.openxmlformats.org/drawingml/2006/main">
              <a:ext uri="{FF2B5EF4-FFF2-40B4-BE49-F238E27FC236}">
                <a16:creationId xmlns:a16="http://schemas.microsoft.com/office/drawing/2014/main" id="{B6E98A3E-D006-415B-A652-2C64F67A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defRPr>
            </a:pPr>
            <a:r>
              <a:rPr sz="900" b="0">
                <a:solidFill>
                  <a:srgbClr val="1D3BE3"/>
                </a:solidFill>
                <a:latin typeface="Host Grotesk"/>
                <a:ea typeface="Host Grotesk"/>
                <a:cs typeface="Host Grotesk"/>
              </a:rPr>
              <a:t>Dokumen</a:t>
            </a:r>
          </a:p>
        </p:txBody>
      </p:sp>
      <p:sp>
        <p:nvSpPr>
          <p:cNvPr id="24" name="document-mark-0">
            <a:extLst xmlns:a="http://schemas.openxmlformats.org/drawingml/2006/main">
              <a:ext uri="{FF2B5EF4-FFF2-40B4-BE49-F238E27FC236}">
                <a16:creationId xmlns:a16="http://schemas.microsoft.com/office/drawing/2014/main" id="{C5702944-8F35-432B-B1A7-24F0AC5E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01</a:t>
            </a:r>
          </a:p>
        </p:txBody>
      </p:sp>
      <p:sp>
        <p:nvSpPr>
          <p:cNvPr id="25" name="document-copy-0">
            <a:extLst xmlns:a="http://schemas.openxmlformats.org/drawingml/2006/main">
              <a:ext uri="{FF2B5EF4-FFF2-40B4-BE49-F238E27FC236}">
                <a16:creationId xmlns:a16="http://schemas.microsoft.com/office/drawing/2014/main" id="{1BDDA80F-1AE4-469E-8954-F8141292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[Jenis dokumen yang dihasilkan]</a:t>
            </a:r>
          </a:p>
        </p:txBody>
      </p:sp>
      <p:sp>
        <p:nvSpPr>
          <p:cNvPr id="26" name="document-mark-1">
            <a:extLst xmlns:a="http://schemas.openxmlformats.org/drawingml/2006/main">
              <a:ext uri="{FF2B5EF4-FFF2-40B4-BE49-F238E27FC236}">
                <a16:creationId xmlns:a16="http://schemas.microsoft.com/office/drawing/2014/main" id="{C0523E8F-DDF4-4440-B613-8FD02842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02</a:t>
            </a:r>
          </a:p>
        </p:txBody>
      </p:sp>
      <p:sp>
        <p:nvSpPr>
          <p:cNvPr id="27" name="document-copy-1">
            <a:extLst xmlns:a="http://schemas.openxmlformats.org/drawingml/2006/main">
              <a:ext uri="{FF2B5EF4-FFF2-40B4-BE49-F238E27FC236}">
                <a16:creationId xmlns:a16="http://schemas.microsoft.com/office/drawing/2014/main" id="{3F3A7CF4-10F4-454B-8C6C-A7ED2A8C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[Aturan penulisan nama dan tanggal]</a:t>
            </a:r>
          </a:p>
        </p:txBody>
      </p:sp>
      <p:sp>
        <p:nvSpPr>
          <p:cNvPr id="28" name="document-mark-2">
            <a:extLst xmlns:a="http://schemas.openxmlformats.org/drawingml/2006/main">
              <a:ext uri="{FF2B5EF4-FFF2-40B4-BE49-F238E27FC236}">
                <a16:creationId xmlns:a16="http://schemas.microsoft.com/office/drawing/2014/main" id="{EC18893D-5568-448D-8915-C7DADDF0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03</a:t>
            </a:r>
          </a:p>
        </p:txBody>
      </p:sp>
      <p:sp>
        <p:nvSpPr>
          <p:cNvPr id="29" name="document-copy-2">
            <a:extLst xmlns:a="http://schemas.openxmlformats.org/drawingml/2006/main">
              <a:ext uri="{FF2B5EF4-FFF2-40B4-BE49-F238E27FC236}">
                <a16:creationId xmlns:a16="http://schemas.microsoft.com/office/drawing/2014/main" id="{BBAB0F61-F990-4817-A5FF-AC19E360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[Unit kompetensi atau informasi wajib]</a:t>
            </a:r>
          </a:p>
        </p:txBody>
      </p:sp>
      <p:sp>
        <p:nvSpPr>
          <p:cNvPr id="30" name="document-mark-3">
            <a:extLst xmlns:a="http://schemas.openxmlformats.org/drawingml/2006/main">
              <a:ext uri="{FF2B5EF4-FFF2-40B4-BE49-F238E27FC236}">
                <a16:creationId xmlns:a16="http://schemas.microsoft.com/office/drawing/2014/main" id="{B2557645-884D-48AE-AC9F-2672854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D3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975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04</a:t>
            </a:r>
          </a:p>
        </p:txBody>
      </p:sp>
      <p:sp>
        <p:nvSpPr>
          <p:cNvPr id="31" name="document-copy-3">
            <a:extLst xmlns:a="http://schemas.openxmlformats.org/drawingml/2006/main">
              <a:ext uri="{FF2B5EF4-FFF2-40B4-BE49-F238E27FC236}">
                <a16:creationId xmlns:a16="http://schemas.microsoft.com/office/drawing/2014/main" id="{709F0EFC-FBFD-4502-A638-A15113AC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defRPr>
            </a:pPr>
            <a:r>
              <a:rPr sz="1500" b="0">
                <a:solidFill>
                  <a:srgbClr val="0A1540"/>
                </a:solidFill>
                <a:latin typeface="Host Grotesk"/>
                <a:ea typeface="Host Grotesk"/>
                <a:cs typeface="Host Grotesk"/>
              </a:rPr>
              <a:t>[Penomoran otomatis dan status penerbitan]</a:t>
            </a:r>
          </a:p>
        </p:txBody>
      </p:sp>
      <p:sp>
        <p:nvSpPr>
          <p:cNvPr id="32" name="document-shot-surface">
            <a:extLst xmlns:a="http://schemas.openxmlformats.org/drawingml/2006/main">
              <a:ext uri="{FF2B5EF4-FFF2-40B4-BE49-F238E27FC236}">
                <a16:creationId xmlns:a16="http://schemas.microsoft.com/office/drawing/2014/main" id="{4574ED9D-78F6-4CCF-8376-2C76E77C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4552950" cy="3990975"/>
          </a:xfrm>
          <a:prstGeom xmlns:a="http://schemas.openxmlformats.org/drawingml/2006/main" prst="roundRect">
            <a:avLst>
              <a:gd name="adj" fmla="val 2387"/>
            </a:avLst>
          </a:prstGeom>
          <a:solidFill xmlns:a="http://schemas.openxmlformats.org/drawingml/2006/main">
            <a:srgbClr val="F1F4FD"/>
          </a:solidFill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3" name="document-shot-inner">
            <a:extLst xmlns:a="http://schemas.openxmlformats.org/drawingml/2006/main">
              <a:ext uri="{FF2B5EF4-FFF2-40B4-BE49-F238E27FC236}">
                <a16:creationId xmlns:a16="http://schemas.microsoft.com/office/drawing/2014/main" id="{90CFD9E9-EA6F-4200-A5DB-8642A7D4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14575"/>
            <a:ext cx="4210050" cy="3648075"/>
          </a:xfrm>
          <a:prstGeom xmlns:a="http://schemas.openxmlformats.org/drawingml/2006/main" prst="roundRect">
            <a:avLst>
              <a:gd name="adj" fmla="val 208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3F2"/>
            </a:solidFill>
            <a:prstDash val="solid"/>
          </a:ln>
        </p:spPr>
      </p:sp>
      <p:sp>
        <p:nvSpPr>
          <p:cNvPr id="34" name="document-shot-tag">
            <a:extLst xmlns:a="http://schemas.openxmlformats.org/drawingml/2006/main">
              <a:ext uri="{FF2B5EF4-FFF2-40B4-BE49-F238E27FC236}">
                <a16:creationId xmlns:a16="http://schemas.microsoft.com/office/drawing/2014/main" id="{DB2925FE-98BE-4B67-A199-565CA679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9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1D3BE3"/>
                </a:solidFill>
                <a:latin typeface="Red Hat Mono SemiBold"/>
                <a:ea typeface="Red Hat Mono SemiBold"/>
                <a:cs typeface="Red Hat Mono SemiBold"/>
              </a:rPr>
              <a:t>SCREENSHOT</a:t>
            </a:r>
          </a:p>
        </p:txBody>
      </p:sp>
      <p:sp>
        <p:nvSpPr>
          <p:cNvPr id="35" name="document-shot-label">
            <a:extLst xmlns:a="http://schemas.openxmlformats.org/drawingml/2006/main">
              <a:ext uri="{FF2B5EF4-FFF2-40B4-BE49-F238E27FC236}">
                <a16:creationId xmlns:a16="http://schemas.microsoft.com/office/drawing/2014/main" id="{8ED67931-7A7C-47A3-A0CF-47052AF5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79876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875" b="0">
                <a:solidFill>
                  <a:srgbClr val="0A1540"/>
                </a:solidFill>
                <a:latin typeface="Host Grotesk Bold"/>
                <a:ea typeface="Host Grotesk Bold"/>
                <a:cs typeface="Host Grotesk Bold"/>
              </a:rPr>
              <a:t>GANTI PREVIEW DOKUMEN</a:t>
            </a:r>
          </a:p>
        </p:txBody>
      </p:sp>
      <p:sp>
        <p:nvSpPr>
          <p:cNvPr id="36" name="document-shot-caption">
            <a:extLst xmlns:a="http://schemas.openxmlformats.org/drawingml/2006/main">
              <a:ext uri="{FF2B5EF4-FFF2-40B4-BE49-F238E27FC236}">
                <a16:creationId xmlns:a16="http://schemas.microsoft.com/office/drawing/2014/main" id="{FF8DEC78-D50D-4B18-A655-CAD69383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7891"/>
            <a:ext cx="379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defRPr>
            </a:pPr>
            <a:r>
              <a:rPr sz="1350" b="0">
                <a:solidFill>
                  <a:srgbClr val="44507A"/>
                </a:solidFill>
                <a:latin typeface="Host Grotesk"/>
                <a:ea typeface="Host Grotesk"/>
                <a:cs typeface="Host Grotesk"/>
              </a:rPr>
              <a:t>Contoh: sertifikat, surat keterangan, atau laporan hasil</a:t>
            </a:r>
          </a:p>
        </p:txBody>
      </p:sp>
    </p:spTree>
    <p:extLst>
      <p:ext uri="{BB962C8B-B14F-4D97-AF65-F5344CB8AC3E}">
        <p14:creationId xmlns:p14="http://schemas.microsoft.com/office/powerpoint/2010/main" val="815964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3B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10">
            <a:extLst xmlns:a="http://schemas.openxmlformats.org/drawingml/2006/main">
              <a:ext uri="{FF2B5EF4-FFF2-40B4-BE49-F238E27FC236}">
                <a16:creationId xmlns:a16="http://schemas.microsoft.com/office/drawing/2014/main" id="{59F465B2-93EC-400F-9A96-A4796C81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350" b="0">
                <a:solidFill>
                  <a:srgbClr val="FFE83D"/>
                </a:solidFill>
                <a:latin typeface="Red Hat Mono SemiBold"/>
                <a:ea typeface="Red Hat Mono SemiBold"/>
                <a:cs typeface="Red Hat Mono SemiBold"/>
              </a:rPr>
              <a:t>RINGKASAN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F15A383-677D-45CB-849B-6B6649E2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defRPr>
            </a:pPr>
            <a:r>
              <a:rPr sz="3600" b="0">
                <a:solidFill>
                  <a:srgbClr val="FFFFFF"/>
                </a:solidFill>
                <a:latin typeface="Sofia Sans Extra Condensed Black"/>
                <a:ea typeface="Sofia Sans Extra Condensed Black"/>
                <a:cs typeface="Sofia Sans Extra Condensed Black"/>
              </a:rPr>
              <a:t>DAMPAK SISTEM BAGI PENGELOLAAN PELATIHAN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067A5E8-C7F3-4982-9D36-2203D878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900" b="0">
                <a:solidFill>
                  <a:srgbClr val="FFFFFF"/>
                </a:solidFill>
                <a:latin typeface="Red Hat Mono SemiBold"/>
                <a:ea typeface="Red Hat Mono SemiBold"/>
                <a:cs typeface="Red Hat Mono SemiBold"/>
              </a:rPr>
              <a:t>10 / 10</a:t>
            </a:r>
          </a:p>
        </p:txBody>
      </p:sp>
      <p:sp>
        <p:nvSpPr>
          <p:cNvPr id="4" name="impact-panel-0">
            <a:extLst xmlns:a="http://schemas.openxmlformats.org/drawingml/2006/main">
              <a:ext uri="{FF2B5EF4-FFF2-40B4-BE49-F238E27FC236}">
                <a16:creationId xmlns:a16="http://schemas.microsoft.com/office/drawing/2014/main" id="{A2BDB85D-7AD9-4581-A294-681EF2FE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514600" cy="238125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5" name="impact-title-0">
            <a:extLst xmlns:a="http://schemas.openxmlformats.org/drawingml/2006/main">
              <a:ext uri="{FF2B5EF4-FFF2-40B4-BE49-F238E27FC236}">
                <a16:creationId xmlns:a16="http://schemas.microsoft.com/office/drawing/2014/main" id="{8D0B4218-88F0-4600-8A69-29401D78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Efisien</a:t>
            </a:r>
          </a:p>
        </p:txBody>
      </p:sp>
      <p:sp>
        <p:nvSpPr>
          <p:cNvPr id="6" name="impact-copy-0">
            <a:extLst xmlns:a="http://schemas.openxmlformats.org/drawingml/2006/main">
              <a:ext uri="{FF2B5EF4-FFF2-40B4-BE49-F238E27FC236}">
                <a16:creationId xmlns:a16="http://schemas.microsoft.com/office/drawing/2014/main" id="{B3D2BAB5-6D83-4D02-A5BA-F283976F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[Proses yang menjadi lebih cepat]</a:t>
            </a:r>
          </a:p>
        </p:txBody>
      </p:sp>
      <p:sp>
        <p:nvSpPr>
          <p:cNvPr id="7" name="impact-panel-1">
            <a:extLst xmlns:a="http://schemas.openxmlformats.org/drawingml/2006/main">
              <a:ext uri="{FF2B5EF4-FFF2-40B4-BE49-F238E27FC236}">
                <a16:creationId xmlns:a16="http://schemas.microsoft.com/office/drawing/2014/main" id="{A8361C66-9582-4872-A60C-D5AA8DD0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514600" cy="238125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8" name="impact-title-1">
            <a:extLst xmlns:a="http://schemas.openxmlformats.org/drawingml/2006/main">
              <a:ext uri="{FF2B5EF4-FFF2-40B4-BE49-F238E27FC236}">
                <a16:creationId xmlns:a16="http://schemas.microsoft.com/office/drawing/2014/main" id="{411F49FF-C072-4A99-9D98-8478F94B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Akurat</a:t>
            </a:r>
          </a:p>
        </p:txBody>
      </p:sp>
      <p:sp>
        <p:nvSpPr>
          <p:cNvPr id="9" name="impact-copy-1">
            <a:extLst xmlns:a="http://schemas.openxmlformats.org/drawingml/2006/main">
              <a:ext uri="{FF2B5EF4-FFF2-40B4-BE49-F238E27FC236}">
                <a16:creationId xmlns:a16="http://schemas.microsoft.com/office/drawing/2014/main" id="{2BA4CE2C-24D7-4CBA-92BF-1788B8AF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[Data atau keputusan yang lebih tepat]</a:t>
            </a:r>
          </a:p>
        </p:txBody>
      </p:sp>
      <p:sp>
        <p:nvSpPr>
          <p:cNvPr id="10" name="impact-panel-2">
            <a:extLst xmlns:a="http://schemas.openxmlformats.org/drawingml/2006/main">
              <a:ext uri="{FF2B5EF4-FFF2-40B4-BE49-F238E27FC236}">
                <a16:creationId xmlns:a16="http://schemas.microsoft.com/office/drawing/2014/main" id="{2D71486A-5600-4379-B860-3CB6868F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514600" cy="238125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1" name="impact-title-2">
            <a:extLst xmlns:a="http://schemas.openxmlformats.org/drawingml/2006/main">
              <a:ext uri="{FF2B5EF4-FFF2-40B4-BE49-F238E27FC236}">
                <a16:creationId xmlns:a16="http://schemas.microsoft.com/office/drawing/2014/main" id="{5E87C4F6-477B-40E5-9396-67DF9F23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Transparan</a:t>
            </a:r>
          </a:p>
        </p:txBody>
      </p:sp>
      <p:sp>
        <p:nvSpPr>
          <p:cNvPr id="12" name="impact-copy-2">
            <a:extLst xmlns:a="http://schemas.openxmlformats.org/drawingml/2006/main">
              <a:ext uri="{FF2B5EF4-FFF2-40B4-BE49-F238E27FC236}">
                <a16:creationId xmlns:a16="http://schemas.microsoft.com/office/drawing/2014/main" id="{2DB0DD51-1BB6-4F3D-9912-45E3537B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[Progres yang lebih mudah dipantau]</a:t>
            </a:r>
          </a:p>
        </p:txBody>
      </p:sp>
      <p:sp>
        <p:nvSpPr>
          <p:cNvPr id="13" name="impact-panel-3">
            <a:extLst xmlns:a="http://schemas.openxmlformats.org/drawingml/2006/main">
              <a:ext uri="{FF2B5EF4-FFF2-40B4-BE49-F238E27FC236}">
                <a16:creationId xmlns:a16="http://schemas.microsoft.com/office/drawing/2014/main" id="{8C178DA5-9D33-4CD7-8019-F346C86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14600" cy="238125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D3F2"/>
            </a:solidFill>
            <a:prstDash val="solid"/>
          </a:ln>
        </p:spPr>
      </p:sp>
      <p:sp>
        <p:nvSpPr>
          <p:cNvPr id="14" name="impact-title-3">
            <a:extLst xmlns:a="http://schemas.openxmlformats.org/drawingml/2006/main">
              <a:ext uri="{FF2B5EF4-FFF2-40B4-BE49-F238E27FC236}">
                <a16:creationId xmlns:a16="http://schemas.microsoft.com/office/drawing/2014/main" id="{B5CC99A0-947B-4976-B16E-A1B114BA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14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FFE83D"/>
                </a:solidFill>
                <a:latin typeface="Host Grotesk Bold"/>
                <a:ea typeface="Host Grotesk Bold"/>
                <a:cs typeface="Host Grotesk Bold"/>
              </a:rPr>
              <a:t>Terdokumentasi</a:t>
            </a:r>
          </a:p>
        </p:txBody>
      </p:sp>
      <p:sp>
        <p:nvSpPr>
          <p:cNvPr id="15" name="impact-copy-3">
            <a:extLst xmlns:a="http://schemas.openxmlformats.org/drawingml/2006/main">
              <a:ext uri="{FF2B5EF4-FFF2-40B4-BE49-F238E27FC236}">
                <a16:creationId xmlns:a16="http://schemas.microsoft.com/office/drawing/2014/main" id="{CE1D29DB-7139-470F-9BE8-2E146075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defRPr>
            </a:pPr>
            <a:r>
              <a:rPr sz="1425" b="0">
                <a:solidFill>
                  <a:srgbClr val="FFFFFF"/>
                </a:solidFill>
                <a:latin typeface="Host Grotesk"/>
                <a:ea typeface="Host Grotesk"/>
                <a:cs typeface="Host Grotesk"/>
              </a:rPr>
              <a:t>[Arsip dan audit yang lebih rapi]</a:t>
            </a:r>
          </a:p>
        </p:txBody>
      </p:sp>
      <p:sp>
        <p:nvSpPr>
          <p:cNvPr id="16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D7B44E6C-A04A-4555-90B8-7200F39F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A1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06A34199-D2E4-4502-9254-77CB1F80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defRPr>
            </a:pPr>
            <a:r>
              <a:rPr sz="1725" b="0">
                <a:solidFill>
                  <a:srgbClr val="FFFFFF"/>
                </a:solidFill>
                <a:latin typeface="Host Grotesk Bold"/>
                <a:ea typeface="Host Grotesk Bold"/>
                <a:cs typeface="Host Grotesk Bold"/>
              </a:rPr>
              <a:t>[Tulis satu kalimat penutup tentang manfaat sistem dan langkah berikutnya]</a:t>
            </a:r>
          </a:p>
        </p:txBody>
      </p:sp>
      <p:sp>
        <p:nvSpPr>
          <p:cNvPr id="18" name="closing-contact">
            <a:extLst xmlns:a="http://schemas.openxmlformats.org/drawingml/2006/main">
              <a:ext uri="{FF2B5EF4-FFF2-40B4-BE49-F238E27FC236}">
                <a16:creationId xmlns:a16="http://schemas.microsoft.com/office/drawing/2014/main" id="{5D629C2F-79E0-4E09-AF3C-7EC29B4D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9D3F2"/>
                </a:solidFill>
                <a:latin typeface="Red Hat Mono SemiBold"/>
                <a:ea typeface="Red Hat Mono SemiBold"/>
                <a:cs typeface="Red Hat Mono SemiBold"/>
              </a:defRPr>
            </a:pPr>
            <a:r>
              <a:rPr sz="1050" b="0">
                <a:solidFill>
                  <a:srgbClr val="C9D3F2"/>
                </a:solidFill>
                <a:latin typeface="Red Hat Mono SemiBold"/>
                <a:ea typeface="Red Hat Mono SemiBold"/>
                <a:cs typeface="Red Hat Mono SemiBold"/>
              </a:rPr>
              <a:t>NARAHUBUNG  •  [NAMA]  •  [EMAIL / NOMOR KONTAK]</a:t>
            </a:r>
          </a:p>
        </p:txBody>
      </p:sp>
    </p:spTree>
    <p:extLst>
      <p:ext uri="{BB962C8B-B14F-4D97-AF65-F5344CB8AC3E}">
        <p14:creationId xmlns:p14="http://schemas.microsoft.com/office/powerpoint/2010/main" val="1667376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2026-10-08T07:42:56.5940000Z</dcterms:created>
  <dcterms:modified xsi:type="dcterms:W3CDTF">2026-10-08T07:42:56.5940000Z</dcterms:modified>
</coreProperties>
</file>